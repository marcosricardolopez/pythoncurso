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notesMasterIdLst>
    <p:notesMasterId r:id="rId8"/>
  </p:notesMasterIdLst>
  <p:sldIdLst>
    <p:sldId id="2580" r:id="rId3"/>
    <p:sldId id="2581" r:id="rId4"/>
    <p:sldId id="2562" r:id="rId5"/>
    <p:sldId id="2585" r:id="rId6"/>
    <p:sldId id="25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ncipios Básicos de Python: Propósito, Tipo de Lenguaje y Uso" id="{C9032957-AAD1-453D-BB6E-A08F0119FF00}">
          <p14:sldIdLst>
            <p14:sldId id="2580"/>
            <p14:sldId id="2581"/>
            <p14:sldId id="2562"/>
            <p14:sldId id="2585"/>
            <p14:sldId id="25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93704-A326-4D31-B88C-1EEDC25A218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5400-99CA-4C53-A90B-6CB544FC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05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D893-E25E-ACCB-6B5F-519DBD6B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4DCF9-6ABB-A690-9B95-4980BAFA3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49854-A7F5-E9F0-02F8-A55724235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B7F0-078D-6A52-1F77-9EDF0278B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91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866B-9934-BC36-9495-821D7550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2F49F-0D8B-0F41-9FD8-471000438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158A5-D191-7C64-86EC-6C82C8979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ADB41-AC3B-F633-30D1-56660D008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09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5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9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96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0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5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6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0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5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4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2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0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0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21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1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01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95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88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8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9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10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61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4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11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1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51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6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5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9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04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2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09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856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89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0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2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25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912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717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12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17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747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3673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969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88331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8219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39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7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F9660-540B-FEDB-5CEA-A4B5CEFA065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06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22DAC-54FC-2CA1-FF6F-22D907E451CF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46254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70150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388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06240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16731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5440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5865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85359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4775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5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11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8" userDrawn="1">
          <p15:clr>
            <a:srgbClr val="F26B43"/>
          </p15:clr>
        </p15:guide>
        <p15:guide id="4" orient="horz" pos="4272" userDrawn="1">
          <p15:clr>
            <a:srgbClr val="F26B43"/>
          </p15:clr>
        </p15:guide>
        <p15:guide id="5" pos="48" userDrawn="1">
          <p15:clr>
            <a:srgbClr val="F26B43"/>
          </p15:clr>
        </p15:guide>
        <p15:guide id="6" pos="7632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4032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986E7-0E3C-4F64-886E-935DDCB8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3033" y="1420238"/>
            <a:ext cx="4415786" cy="4751961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03D17F-F79E-40E5-9563-A1CFFCC06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5D5775-627F-4588-82B3-905EDF231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F2A20-5DE4-4BC0-91EA-5FFE33A4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536BA0-56C7-429C-B41E-B5724F0C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15726F-71BE-4007-B9B6-0A1AA0D5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ECCBB-037E-E6B8-91CF-8BDF8BEF9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0" i="0" u="none" dirty="0" err="1">
                <a:latin typeface="Century Gothic"/>
              </a:rPr>
              <a:t>Funcion</a:t>
            </a:r>
            <a:r>
              <a:rPr lang="en-US" sz="4800" b="0" i="0" u="none" dirty="0">
                <a:latin typeface="Century Gothic"/>
              </a:rPr>
              <a:t> Lambda y </a:t>
            </a:r>
            <a:r>
              <a:rPr lang="en-US" sz="4800" b="0" i="0" u="none" dirty="0" err="1">
                <a:latin typeface="Century Gothic"/>
              </a:rPr>
              <a:t>Coleccion</a:t>
            </a:r>
            <a:r>
              <a:rPr lang="en-US" sz="4800" b="0" i="0" u="none" dirty="0">
                <a:latin typeface="Century Gothic"/>
              </a:rPr>
              <a:t> de </a:t>
            </a:r>
            <a:r>
              <a:rPr lang="en-US" sz="4800" b="0" i="0" u="none" dirty="0" err="1">
                <a:latin typeface="Century Gothic"/>
              </a:rPr>
              <a:t>datos</a:t>
            </a:r>
            <a:r>
              <a:rPr lang="en-US" sz="4800" b="0" i="0" u="none" dirty="0">
                <a:latin typeface="Century Gothic"/>
              </a:rPr>
              <a:t> </a:t>
            </a:r>
            <a:r>
              <a:rPr lang="en-US" sz="4800" b="0" i="0" u="none" dirty="0" err="1">
                <a:latin typeface="Century Gothic"/>
              </a:rPr>
              <a:t>en</a:t>
            </a:r>
            <a:r>
              <a:rPr lang="en-US" sz="4800" b="0" i="0" u="none" dirty="0">
                <a:latin typeface="Century Gothic"/>
              </a:rPr>
              <a:t> </a:t>
            </a:r>
            <a:r>
              <a:rPr lang="en-US" sz="4800" b="0" i="0" u="none" dirty="0" err="1">
                <a:latin typeface="Century Gothic"/>
              </a:rPr>
              <a:t>Clases</a:t>
            </a:r>
            <a:r>
              <a:rPr lang="en-US" sz="4800" b="0" i="0" u="none" dirty="0">
                <a:latin typeface="Century Gothic"/>
              </a:rPr>
              <a:t> (</a:t>
            </a:r>
            <a:r>
              <a:rPr lang="en-US" sz="4800" b="0" i="0" u="none" dirty="0" err="1">
                <a:latin typeface="Century Gothic"/>
              </a:rPr>
              <a:t>objetos</a:t>
            </a:r>
            <a:r>
              <a:rPr lang="en-US" dirty="0">
                <a:latin typeface="Century Gothic"/>
              </a:rPr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587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600" dirty="0" err="1">
                <a:latin typeface="Century Gothic"/>
              </a:rPr>
              <a:t>Funcion</a:t>
            </a:r>
            <a:r>
              <a:rPr lang="en-US" sz="3600" dirty="0">
                <a:latin typeface="Century Gothic"/>
              </a:rPr>
              <a:t> Lambda</a:t>
            </a:r>
            <a:endParaRPr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61BD-677A-F050-A6BF-C91D2CB34C29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84213" y="2477555"/>
            <a:ext cx="4818516" cy="35754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s-ES" b="1" dirty="0"/>
              <a:t>¿Qué es una función lambda?</a:t>
            </a:r>
          </a:p>
          <a:p>
            <a:pPr marL="0" indent="0">
              <a:buNone/>
            </a:pPr>
            <a:r>
              <a:rPr lang="es-ES" dirty="0"/>
              <a:t>Es una </a:t>
            </a:r>
            <a:r>
              <a:rPr lang="es-ES" b="1" dirty="0"/>
              <a:t>mini función en una sola línea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sz="2800" dirty="0"/>
          </a:p>
          <a:p>
            <a:pPr marL="0" indent="0" defTabSz="914400">
              <a:buNone/>
            </a:pPr>
            <a:r>
              <a:rPr lang="es-ES" sz="1800" b="1" dirty="0"/>
              <a:t>lambda </a:t>
            </a:r>
            <a:r>
              <a:rPr lang="es-ES" sz="1800" b="1" dirty="0" err="1"/>
              <a:t>parametros</a:t>
            </a:r>
            <a:r>
              <a:rPr lang="es-ES" sz="1800" b="1" dirty="0"/>
              <a:t>: resultado</a:t>
            </a:r>
          </a:p>
          <a:p>
            <a:pPr marL="0" indent="0" defTabSz="914400">
              <a:buNone/>
            </a:pPr>
            <a:endParaRPr lang="es-ES" sz="1800" b="1" dirty="0"/>
          </a:p>
          <a:p>
            <a:pPr marL="0" indent="0" defTabSz="914400">
              <a:buNone/>
            </a:pPr>
            <a:r>
              <a:rPr lang="es-ES" sz="1800" b="1" dirty="0"/>
              <a:t>En lugar de escribir una función así</a:t>
            </a:r>
            <a:r>
              <a:rPr lang="en-US" sz="1800" b="1" dirty="0"/>
              <a:t>:</a:t>
            </a:r>
          </a:p>
          <a:p>
            <a:pPr marL="0" indent="0" defTabSz="914400">
              <a:buNone/>
            </a:pPr>
            <a:r>
              <a:rPr lang="pt-BR" sz="1800" dirty="0"/>
              <a:t>numeros = [1, 2, 3, 4]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resultado = []</a:t>
            </a:r>
            <a:br>
              <a:rPr lang="pt-BR" sz="1800" dirty="0"/>
            </a:br>
            <a:r>
              <a:rPr lang="pt-BR" sz="1800" dirty="0"/>
              <a:t>for n in numeros:</a:t>
            </a:r>
            <a:br>
              <a:rPr lang="pt-BR" sz="1800" dirty="0"/>
            </a:br>
            <a:r>
              <a:rPr lang="pt-BR" sz="1800" dirty="0"/>
              <a:t>	resultado.append(n * 2)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/>
              <a:t>print(resultado) </a:t>
            </a:r>
          </a:p>
          <a:p>
            <a:pPr marL="0" indent="0" defTabSz="914400">
              <a:buNone/>
            </a:pPr>
            <a:r>
              <a:rPr lang="pt-BR" sz="1800" dirty="0"/>
              <a:t># [2, 4, 6, 8]</a:t>
            </a:r>
            <a:endParaRPr lang="en-US" sz="1800" b="1" dirty="0"/>
          </a:p>
          <a:p>
            <a:pPr marL="0" indent="0" defTabSz="914400">
              <a:buNone/>
            </a:pPr>
            <a:endParaRPr lang="es-E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F9C13-6338-A6BD-70C6-BA231934A7B2}"/>
              </a:ext>
            </a:extLst>
          </p:cNvPr>
          <p:cNvSpPr txBox="1"/>
          <p:nvPr/>
        </p:nvSpPr>
        <p:spPr>
          <a:xfrm>
            <a:off x="5653540" y="3683001"/>
            <a:ext cx="55233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 escribe </a:t>
            </a:r>
            <a:r>
              <a:rPr lang="en-US" b="1" dirty="0" err="1"/>
              <a:t>asi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 err="1"/>
              <a:t>numeros</a:t>
            </a:r>
            <a:r>
              <a:rPr lang="en-US" dirty="0"/>
              <a:t> = [1, 2, 3, 4]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resultado</a:t>
            </a:r>
            <a:r>
              <a:rPr lang="en-US" dirty="0"/>
              <a:t> = list(map(lambda x: x * 2, </a:t>
            </a:r>
            <a:r>
              <a:rPr lang="en-US" dirty="0" err="1"/>
              <a:t>numeros</a:t>
            </a:r>
            <a:r>
              <a:rPr lang="en-US" dirty="0"/>
              <a:t>))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resultado</a:t>
            </a:r>
            <a:r>
              <a:rPr lang="en-US" dirty="0"/>
              <a:t>) </a:t>
            </a:r>
          </a:p>
          <a:p>
            <a:r>
              <a:rPr lang="en-US" dirty="0"/>
              <a:t># [2, 4, 6, 8]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Objetos</a:t>
            </a:r>
            <a:endParaRPr lang="en-US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1090C-EA2A-1937-FD22-D75E1D29A9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760124"/>
            <a:ext cx="10889226" cy="4518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¿Qué es un objeto en Python?</a:t>
            </a:r>
          </a:p>
          <a:p>
            <a:pPr marL="0" indent="0">
              <a:buNone/>
            </a:pPr>
            <a:r>
              <a:rPr lang="es-ES" dirty="0"/>
              <a:t>Un </a:t>
            </a:r>
            <a:r>
              <a:rPr lang="es-ES" b="1" dirty="0"/>
              <a:t>objeto</a:t>
            </a:r>
            <a:r>
              <a:rPr lang="es-ES" dirty="0"/>
              <a:t> es como una </a:t>
            </a:r>
            <a:r>
              <a:rPr lang="es-ES" b="1" dirty="0"/>
              <a:t>cosa de la vida real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Ejemplos: un perro - un carro - una pizza  </a:t>
            </a:r>
          </a:p>
          <a:p>
            <a:pPr marL="0" indent="0">
              <a:buNone/>
            </a:pPr>
            <a:r>
              <a:rPr lang="es-ES" dirty="0"/>
              <a:t>Todas esas cosas son </a:t>
            </a:r>
            <a:r>
              <a:rPr lang="es-ES" b="1" dirty="0"/>
              <a:t>objetos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Un objeto tiene características.</a:t>
            </a:r>
          </a:p>
          <a:p>
            <a:pPr marL="0" indent="0">
              <a:buNone/>
            </a:pPr>
            <a:r>
              <a:rPr lang="es-ES" dirty="0"/>
              <a:t>Perro: Nombre, Altura, Peso, Raza</a:t>
            </a:r>
          </a:p>
          <a:p>
            <a:pPr marL="0" indent="0">
              <a:buNone/>
            </a:pPr>
            <a:br>
              <a:rPr lang="es-ES" dirty="0"/>
            </a:br>
            <a:r>
              <a:rPr lang="es-ES" dirty="0"/>
              <a:t>Y como le digo a Python que quiero crear perros:</a:t>
            </a:r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C4503-CB6B-AE8A-BB79-2BD51550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1008-4947-5CC3-8006-6802F7C4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Partes de </a:t>
            </a:r>
            <a:r>
              <a:rPr lang="en-US" sz="3600" dirty="0" err="1"/>
              <a:t>una</a:t>
            </a:r>
            <a:r>
              <a:rPr lang="en-US" sz="3600" dirty="0"/>
              <a:t> Clase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62E50-2A46-488A-CB69-F5C3DF20AFA1}"/>
              </a:ext>
            </a:extLst>
          </p:cNvPr>
          <p:cNvSpPr txBox="1"/>
          <p:nvPr/>
        </p:nvSpPr>
        <p:spPr>
          <a:xfrm>
            <a:off x="684212" y="1238777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class Perro:</a:t>
            </a:r>
            <a:br>
              <a:rPr lang="en-US" dirty="0"/>
            </a:br>
            <a:r>
              <a:rPr lang="en-US" dirty="0"/>
              <a:t>	def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nombre</a:t>
            </a:r>
            <a:r>
              <a:rPr lang="en-US" dirty="0"/>
              <a:t>, </a:t>
            </a:r>
            <a:r>
              <a:rPr lang="en-US" dirty="0" err="1"/>
              <a:t>altura</a:t>
            </a:r>
            <a:r>
              <a:rPr lang="en-US" dirty="0"/>
              <a:t>, peso, raza):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self.nombre</a:t>
            </a:r>
            <a:r>
              <a:rPr lang="en-US" dirty="0"/>
              <a:t> = </a:t>
            </a:r>
            <a:r>
              <a:rPr lang="en-US" dirty="0" err="1"/>
              <a:t>nombre</a:t>
            </a:r>
            <a:endParaRPr lang="en-US" dirty="0"/>
          </a:p>
          <a:p>
            <a:pPr marL="800100" lvl="4" indent="0">
              <a:buNone/>
            </a:pPr>
            <a:r>
              <a:rPr lang="en-US" dirty="0"/>
              <a:t>  	</a:t>
            </a:r>
            <a:r>
              <a:rPr lang="en-US" dirty="0" err="1"/>
              <a:t>self.altura</a:t>
            </a:r>
            <a:r>
              <a:rPr lang="en-US" dirty="0"/>
              <a:t> = </a:t>
            </a:r>
            <a:r>
              <a:rPr lang="en-US" dirty="0" err="1"/>
              <a:t>altura</a:t>
            </a:r>
            <a:endParaRPr lang="en-US" dirty="0"/>
          </a:p>
          <a:p>
            <a:pPr marL="800100" lvl="4" indent="0">
              <a:buNone/>
            </a:pPr>
            <a:r>
              <a:rPr lang="en-US" dirty="0"/>
              <a:t>  	</a:t>
            </a:r>
            <a:r>
              <a:rPr lang="en-US" dirty="0" err="1"/>
              <a:t>self.peso</a:t>
            </a:r>
            <a:r>
              <a:rPr lang="en-US" dirty="0"/>
              <a:t> = peso</a:t>
            </a:r>
          </a:p>
          <a:p>
            <a:pPr marL="800100" lvl="4" indent="0">
              <a:buNone/>
            </a:pPr>
            <a:r>
              <a:rPr lang="en-US" dirty="0"/>
              <a:t>  	</a:t>
            </a:r>
            <a:r>
              <a:rPr lang="en-US" dirty="0" err="1"/>
              <a:t>self.raza</a:t>
            </a:r>
            <a:r>
              <a:rPr lang="en-US" dirty="0"/>
              <a:t> = raza</a:t>
            </a:r>
          </a:p>
          <a:p>
            <a:r>
              <a:rPr lang="en-US" dirty="0"/>
              <a:t>def </a:t>
            </a:r>
            <a:r>
              <a:rPr lang="en-US" dirty="0" err="1"/>
              <a:t>ladrar</a:t>
            </a:r>
            <a:r>
              <a:rPr lang="en-US" dirty="0"/>
              <a:t>(self):</a:t>
            </a:r>
            <a:br>
              <a:rPr lang="en-US" dirty="0"/>
            </a:br>
            <a:r>
              <a:rPr lang="en-US" dirty="0"/>
              <a:t>	print("</a:t>
            </a:r>
            <a:r>
              <a:rPr lang="en-US" dirty="0" err="1"/>
              <a:t>Guau</a:t>
            </a:r>
            <a:r>
              <a:rPr lang="en-US" dirty="0"/>
              <a:t> </a:t>
            </a:r>
            <a:r>
              <a:rPr lang="en-US" dirty="0" err="1"/>
              <a:t>guau</a:t>
            </a:r>
            <a:r>
              <a:rPr lang="en-US" dirty="0"/>
              <a:t>!")</a:t>
            </a:r>
            <a:endParaRPr lang="es-MX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B45AD0DB-25C0-190C-7907-6201D3E21A6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04467636"/>
              </p:ext>
            </p:extLst>
          </p:nvPr>
        </p:nvGraphicFramePr>
        <p:xfrm>
          <a:off x="400251" y="3952960"/>
          <a:ext cx="9370031" cy="25773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9904">
                  <a:extLst>
                    <a:ext uri="{9D8B030D-6E8A-4147-A177-3AD203B41FA5}">
                      <a16:colId xmlns:a16="http://schemas.microsoft.com/office/drawing/2014/main" val="1118490277"/>
                    </a:ext>
                  </a:extLst>
                </a:gridCol>
                <a:gridCol w="3393535">
                  <a:extLst>
                    <a:ext uri="{9D8B030D-6E8A-4147-A177-3AD203B41FA5}">
                      <a16:colId xmlns:a16="http://schemas.microsoft.com/office/drawing/2014/main" val="85465728"/>
                    </a:ext>
                  </a:extLst>
                </a:gridCol>
                <a:gridCol w="4016592">
                  <a:extLst>
                    <a:ext uri="{9D8B030D-6E8A-4147-A177-3AD203B41FA5}">
                      <a16:colId xmlns:a16="http://schemas.microsoft.com/office/drawing/2014/main" val="2175737957"/>
                    </a:ext>
                  </a:extLst>
                </a:gridCol>
              </a:tblGrid>
              <a:tr h="515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Parte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Qué</a:t>
                      </a:r>
                      <a:r>
                        <a:rPr lang="en-US" sz="1400" b="1" u="none" strike="noStrike" dirty="0">
                          <a:effectLst/>
                        </a:rPr>
                        <a:t> es?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Ejemplo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extLst>
                  <a:ext uri="{0D108BD9-81ED-4DB2-BD59-A6C34878D82A}">
                    <a16:rowId xmlns:a16="http://schemas.microsoft.com/office/drawing/2014/main" val="3554478038"/>
                  </a:ext>
                </a:extLst>
              </a:tr>
              <a:tr h="515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Clase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El </a:t>
                      </a:r>
                      <a:r>
                        <a:rPr lang="en-US" sz="1400" b="1" u="none" strike="noStrike" dirty="0" err="1">
                          <a:effectLst/>
                        </a:rPr>
                        <a:t>tipo</a:t>
                      </a:r>
                      <a:r>
                        <a:rPr lang="en-US" sz="1400" b="1" u="none" strike="noStrike" dirty="0">
                          <a:effectLst/>
                        </a:rPr>
                        <a:t> de </a:t>
                      </a:r>
                      <a:r>
                        <a:rPr lang="en-US" sz="1400" b="1" u="none" strike="noStrike" dirty="0" err="1">
                          <a:effectLst/>
                        </a:rPr>
                        <a:t>cosa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Perro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extLst>
                  <a:ext uri="{0D108BD9-81ED-4DB2-BD59-A6C34878D82A}">
                    <a16:rowId xmlns:a16="http://schemas.microsoft.com/office/drawing/2014/main" val="840426211"/>
                  </a:ext>
                </a:extLst>
              </a:tr>
              <a:tr h="515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Atributos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Lo </a:t>
                      </a:r>
                      <a:r>
                        <a:rPr lang="en-US" sz="1400" b="1" u="none" strike="noStrike" dirty="0" err="1">
                          <a:effectLst/>
                        </a:rPr>
                        <a:t>que</a:t>
                      </a:r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</a:rPr>
                        <a:t>tiene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nombre</a:t>
                      </a:r>
                      <a:r>
                        <a:rPr lang="en-US" sz="1400" b="1" u="none" strike="noStrike" dirty="0">
                          <a:effectLst/>
                        </a:rPr>
                        <a:t>, </a:t>
                      </a:r>
                      <a:r>
                        <a:rPr lang="en-US" sz="1400" b="1" u="none" strike="noStrike" dirty="0" err="1">
                          <a:effectLst/>
                        </a:rPr>
                        <a:t>edad</a:t>
                      </a:r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extLst>
                  <a:ext uri="{0D108BD9-81ED-4DB2-BD59-A6C34878D82A}">
                    <a16:rowId xmlns:a16="http://schemas.microsoft.com/office/drawing/2014/main" val="1103797107"/>
                  </a:ext>
                </a:extLst>
              </a:tr>
              <a:tr h="515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Métodos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Lo </a:t>
                      </a:r>
                      <a:r>
                        <a:rPr lang="en-US" sz="1400" b="1" u="none" strike="noStrike" dirty="0" err="1">
                          <a:effectLst/>
                        </a:rPr>
                        <a:t>que</a:t>
                      </a:r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</a:rPr>
                        <a:t>hace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ladrar</a:t>
                      </a:r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extLst>
                  <a:ext uri="{0D108BD9-81ED-4DB2-BD59-A6C34878D82A}">
                    <a16:rowId xmlns:a16="http://schemas.microsoft.com/office/drawing/2014/main" val="1507332784"/>
                  </a:ext>
                </a:extLst>
              </a:tr>
              <a:tr h="515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self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 u="none" strike="noStrike">
                          <a:effectLst/>
                        </a:rPr>
                        <a:t>El Perro del que hablo</a:t>
                      </a:r>
                      <a:endParaRPr lang="es-E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Nombre </a:t>
                      </a:r>
                      <a:r>
                        <a:rPr lang="en-US" sz="1400" b="1" u="none" strike="noStrike" dirty="0" err="1">
                          <a:effectLst/>
                        </a:rPr>
                        <a:t>Propio</a:t>
                      </a:r>
                      <a:r>
                        <a:rPr lang="en-US" sz="1400" b="1" u="none" strike="noStrike" dirty="0">
                          <a:effectLst/>
                        </a:rPr>
                        <a:t> del Perro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03" marR="9303" marT="9303" marB="0" anchor="ctr"/>
                </a:tc>
                <a:extLst>
                  <a:ext uri="{0D108BD9-81ED-4DB2-BD59-A6C34878D82A}">
                    <a16:rowId xmlns:a16="http://schemas.microsoft.com/office/drawing/2014/main" val="914863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660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424C7-6DBA-66F7-A178-48B16E1A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8EA5-164B-9FAD-E5CA-AB229DDB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600" noProof="0" dirty="0"/>
              <a:t>¿Es mejor usar objetos?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C1139-FC35-BBF5-F5DF-F43619641E26}"/>
              </a:ext>
            </a:extLst>
          </p:cNvPr>
          <p:cNvSpPr txBox="1"/>
          <p:nvPr/>
        </p:nvSpPr>
        <p:spPr>
          <a:xfrm>
            <a:off x="684212" y="1556411"/>
            <a:ext cx="98747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s-ES" dirty="0"/>
              <a:t>Si, en proyectos grandes, las clases convierten tu código en objetos inteligentes organizados y reutilizable</a:t>
            </a:r>
          </a:p>
          <a:p>
            <a:endParaRPr lang="es-ES" dirty="0"/>
          </a:p>
          <a:p>
            <a:r>
              <a:rPr lang="es-ES" dirty="0"/>
              <a:t>Úsalas cuando: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tienes entidades (empleados, usuarios, pedidos)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hay lógica asociada a esos 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proyecto empieza a crecer </a:t>
            </a:r>
          </a:p>
          <a:p>
            <a:endParaRPr lang="es-ES" dirty="0"/>
          </a:p>
          <a:p>
            <a:r>
              <a:rPr lang="es-ES" dirty="0"/>
              <a:t>NO las necesitas 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scripts pequeños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cosas muy simples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606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2764</TotalTime>
  <Words>500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Aptos Light</vt:lpstr>
      <vt:lpstr>Aptos Narrow</vt:lpstr>
      <vt:lpstr>Arial</vt:lpstr>
      <vt:lpstr>Century Gothic</vt:lpstr>
      <vt:lpstr>Chamberi Super Display</vt:lpstr>
      <vt:lpstr>Wingdings 3</vt:lpstr>
      <vt:lpstr>Prismatic polygons</vt:lpstr>
      <vt:lpstr>Slice</vt:lpstr>
      <vt:lpstr>Funcion Lambda y Coleccion de datos en Clases (objetos)</vt:lpstr>
      <vt:lpstr>Funcion Lambda</vt:lpstr>
      <vt:lpstr>Objetos</vt:lpstr>
      <vt:lpstr>Partes de una Clase </vt:lpstr>
      <vt:lpstr>¿Es mejor usar objetos?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Lopez, Marcos Ricardo</dc:creator>
  <cp:lastModifiedBy>Lopez, Marcos Ricardo</cp:lastModifiedBy>
  <cp:revision>6</cp:revision>
  <dcterms:created xsi:type="dcterms:W3CDTF">2026-04-14T22:52:20Z</dcterms:created>
  <dcterms:modified xsi:type="dcterms:W3CDTF">2026-05-06T03:06:03Z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2026-04-14T23:27:02Z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cb399e29-de7d-4547-8e48-dcd54129d048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