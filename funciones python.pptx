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4" r:id="rId2"/>
  </p:sldMasterIdLst>
  <p:notesMasterIdLst>
    <p:notesMasterId r:id="rId8"/>
  </p:notesMasterIdLst>
  <p:sldIdLst>
    <p:sldId id="2580" r:id="rId3"/>
    <p:sldId id="2581" r:id="rId4"/>
    <p:sldId id="2562" r:id="rId5"/>
    <p:sldId id="2584" r:id="rId6"/>
    <p:sldId id="258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incipios Básicos de Python: Propósito, Tipo de Lenguaje y Uso" id="{C9032957-AAD1-453D-BB6E-A08F0119FF00}">
          <p14:sldIdLst>
            <p14:sldId id="2580"/>
            <p14:sldId id="2581"/>
            <p14:sldId id="2562"/>
            <p14:sldId id="2584"/>
            <p14:sldId id="25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9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1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93704-A326-4D31-B88C-1EEDC25A218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75400-99CA-4C53-A90B-6CB544FCC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308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 contenido generado por IA puede ser incorrecto.
---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05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¿Para qué se utiliza Python?
 Características y tipo de lenguaje que es Python
 Principios básicos para usar Python
 Recursos y recomendaciones para aprender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09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¿Para qué se utiliza Python?
 Características y tipo de lenguaje que es Python
 Principios básicos para usar Python
 Recursos y recomendaciones para aprender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09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670ED-E061-5D52-732B-75CD67696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FFEAEC-F4F0-44E0-A2DB-0DA94088A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8457E-2498-9678-3345-0D1B5E751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¿Para qué se utiliza Python?
 Características y tipo de lenguaje que es Python
 Principios básicos para usar Python
 Recursos y recomendaciones para aprender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64A8A-FBAE-931C-D282-B16672220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0695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4893D-CF9C-9D8C-9B21-0AB837D99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886043-4F17-37E1-9529-D13645310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6A1A1-FE08-5C89-EAE4-3C3AF047E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¿Para qué se utiliza Python?
 Características y tipo de lenguaje que es Python
 Principios básicos para usar Python
 Recursos y recomendaciones para aprender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47526-1022-8117-7758-01A62B4DD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920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9D2B7C3-93C4-3719-D2A9-FBE9AFC2AC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54227"/>
            <a:ext cx="8229600" cy="4727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57200"/>
            <a:ext cx="3424518" cy="11398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B3CFBE15-E4BE-4B42-AEEE-ED6C6B9CFCE2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8A5A2A-9561-6566-F92F-F70D3288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28"/>
            <a:ext cx="11277599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94040C0B-3638-F744-9F98-D66CEC428329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542A43-84A6-50F4-C658-B1BBDDAD8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61728"/>
            <a:ext cx="11277599" cy="4539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251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5031BA-FE29-1272-03FA-2B84A99174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5257800"/>
            <a:ext cx="1127760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1" y="6019799"/>
            <a:ext cx="11277598" cy="3810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9EF7764-3766-AD43-917F-3181D2483C36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071A80C-9405-B736-DA8E-7C6B87617DC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7200" y="457199"/>
            <a:ext cx="11274552" cy="4572001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19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E88507-42ED-EBB5-0C22-CA3A46666A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52" y="3175"/>
            <a:ext cx="12186353" cy="6854823"/>
          </a:xfrm>
          <a:custGeom>
            <a:avLst/>
            <a:gdLst>
              <a:gd name="csX0" fmla="*/ 0 w 12186355"/>
              <a:gd name="csY0" fmla="*/ 0 h 6854824"/>
              <a:gd name="csX1" fmla="*/ 12186355 w 12186355"/>
              <a:gd name="csY1" fmla="*/ 0 h 6854824"/>
              <a:gd name="csX2" fmla="*/ 12186355 w 12186355"/>
              <a:gd name="csY2" fmla="*/ 454025 h 6854824"/>
              <a:gd name="csX3" fmla="*/ 4798004 w 12186355"/>
              <a:gd name="csY3" fmla="*/ 454025 h 6854824"/>
              <a:gd name="csX4" fmla="*/ 4798004 w 12186355"/>
              <a:gd name="csY4" fmla="*/ 6397625 h 6854824"/>
              <a:gd name="csX5" fmla="*/ 12186355 w 12186355"/>
              <a:gd name="csY5" fmla="*/ 6397625 h 6854824"/>
              <a:gd name="csX6" fmla="*/ 12186355 w 12186355"/>
              <a:gd name="csY6" fmla="*/ 6854824 h 6854824"/>
              <a:gd name="csX7" fmla="*/ 0 w 12186355"/>
              <a:gd name="csY7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5" h="6854824">
                <a:moveTo>
                  <a:pt x="0" y="0"/>
                </a:moveTo>
                <a:lnTo>
                  <a:pt x="12186355" y="0"/>
                </a:lnTo>
                <a:lnTo>
                  <a:pt x="12186355" y="454025"/>
                </a:lnTo>
                <a:lnTo>
                  <a:pt x="4798004" y="454025"/>
                </a:lnTo>
                <a:lnTo>
                  <a:pt x="4798004" y="6397625"/>
                </a:lnTo>
                <a:lnTo>
                  <a:pt x="12186355" y="6397625"/>
                </a:lnTo>
                <a:lnTo>
                  <a:pt x="1218635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3886198" cy="45139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425200"/>
            <a:ext cx="3886200" cy="9756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BD2E1884-4CA3-F14A-A3FE-9D94D32D34BF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6000" y="76202"/>
            <a:ext cx="6019800" cy="36512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B516699-87B0-CAF3-CAD8-AA40FF750A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950" y="457200"/>
            <a:ext cx="7388352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820400" y="6416675"/>
            <a:ext cx="12954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95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A396DB-37C9-E6F8-96EC-A98E709036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0 w 12186353"/>
              <a:gd name="csY0" fmla="*/ 6854824 h 6854824"/>
              <a:gd name="csX1" fmla="*/ 12186353 w 12186353"/>
              <a:gd name="csY1" fmla="*/ 6854824 h 6854824"/>
              <a:gd name="csX2" fmla="*/ 12186353 w 12186353"/>
              <a:gd name="csY2" fmla="*/ 0 h 6854824"/>
              <a:gd name="csX3" fmla="*/ 0 w 12186353"/>
              <a:gd name="csY3" fmla="*/ 0 h 6854824"/>
              <a:gd name="csX4" fmla="*/ 0 w 12186353"/>
              <a:gd name="csY4" fmla="*/ 457198 h 6854824"/>
              <a:gd name="csX5" fmla="*/ 7418624 w 12186353"/>
              <a:gd name="csY5" fmla="*/ 457198 h 6854824"/>
              <a:gd name="csX6" fmla="*/ 7418624 w 12186353"/>
              <a:gd name="csY6" fmla="*/ 6400798 h 6854824"/>
              <a:gd name="csX7" fmla="*/ 0 w 12186353"/>
              <a:gd name="csY7" fmla="*/ 6400798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4">
                <a:moveTo>
                  <a:pt x="0" y="6854824"/>
                </a:moveTo>
                <a:lnTo>
                  <a:pt x="12186353" y="6854824"/>
                </a:lnTo>
                <a:lnTo>
                  <a:pt x="12186353" y="0"/>
                </a:lnTo>
                <a:lnTo>
                  <a:pt x="0" y="0"/>
                </a:lnTo>
                <a:lnTo>
                  <a:pt x="0" y="457198"/>
                </a:lnTo>
                <a:lnTo>
                  <a:pt x="7418624" y="457198"/>
                </a:lnTo>
                <a:lnTo>
                  <a:pt x="7418624" y="6400798"/>
                </a:lnTo>
                <a:lnTo>
                  <a:pt x="0" y="6400798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8702" y="1856835"/>
            <a:ext cx="3816098" cy="304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8702" y="5362310"/>
            <a:ext cx="3816098" cy="10267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DCB9363-2EBD-E747-A181-1D3A08C65245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29ACD8CA-973C-C07A-B4B5-1C33BD6267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457200"/>
            <a:ext cx="7424272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96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1CBD8CA-F53F-CFB6-D102-6C4CA833B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8229600" cy="54146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43599"/>
            <a:ext cx="10896600" cy="46168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87593"/>
            <a:ext cx="914400" cy="365125"/>
          </a:xfrm>
        </p:spPr>
        <p:txBody>
          <a:bodyPr/>
          <a:lstStyle/>
          <a:p>
            <a:fld id="{A43625EB-9CE7-FE4A-962B-ADA6590F06B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10395" y="87593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43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7588" y="457200"/>
            <a:ext cx="8723871" cy="4419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7100" y="5483226"/>
            <a:ext cx="5257800" cy="917574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5-9E38-2F43-A154-0A13A54C557F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53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DDDC27D1-1506-B7FD-BBD8-570878A44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80952" cy="627709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5354" y="457200"/>
            <a:ext cx="3439445" cy="2971800"/>
          </a:xfrm>
        </p:spPr>
        <p:txBody>
          <a:bodyPr anchor="t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8CAE-C0F2-B346-BD4B-417B70F2F6EB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478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B2BFDAB-1042-6B32-CEEF-4E400B77CF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174"/>
            <a:ext cx="12192002" cy="6854824"/>
          </a:xfrm>
          <a:custGeom>
            <a:avLst/>
            <a:gdLst>
              <a:gd name="csX0" fmla="*/ 0 w 5650525"/>
              <a:gd name="csY0" fmla="*/ 0 h 6854824"/>
              <a:gd name="csX1" fmla="*/ 5650525 w 5650525"/>
              <a:gd name="csY1" fmla="*/ 0 h 6854824"/>
              <a:gd name="csX2" fmla="*/ 5650525 w 5650525"/>
              <a:gd name="csY2" fmla="*/ 6854824 h 6854824"/>
              <a:gd name="csX3" fmla="*/ 0 w 5650525"/>
              <a:gd name="csY3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50525" h="6854824">
                <a:moveTo>
                  <a:pt x="0" y="0"/>
                </a:moveTo>
                <a:lnTo>
                  <a:pt x="5650525" y="0"/>
                </a:lnTo>
                <a:lnTo>
                  <a:pt x="565052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7845553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51EF5BDB-72C5-6C45-B365-DB2A3AA7E4EB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67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15063-D727-8995-60D3-02623A7C2A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9982201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FF6B260B-9C30-8041-A127-55431CED219C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20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E223EA-E781-514C-FE24-98349C5AF9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6386732"/>
              <a:gd name="csY0" fmla="*/ 0 h 6858000"/>
              <a:gd name="csX1" fmla="*/ 6386732 w 6386732"/>
              <a:gd name="csY1" fmla="*/ 0 h 6858000"/>
              <a:gd name="csX2" fmla="*/ 6386732 w 6386732"/>
              <a:gd name="csY2" fmla="*/ 6858000 h 6858000"/>
              <a:gd name="csX3" fmla="*/ 0 w 6386732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86732" h="6858000">
                <a:moveTo>
                  <a:pt x="0" y="0"/>
                </a:moveTo>
                <a:lnTo>
                  <a:pt x="6386732" y="0"/>
                </a:lnTo>
                <a:lnTo>
                  <a:pt x="63867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457200"/>
            <a:ext cx="4800600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FE14-963B-F240-A047-D4733954729E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34200" y="3455158"/>
            <a:ext cx="4800600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59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6842E55-F2D0-924E-CEFB-721E6B52AA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718468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0E42-D83C-0945-8790-6453F9081E20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8718468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2496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EFDED5-938A-286B-8D7B-122F48C83F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457200 h 6858000"/>
              <a:gd name="csX3" fmla="*/ 5715000 w 12192000"/>
              <a:gd name="csY3" fmla="*/ 457200 h 6858000"/>
              <a:gd name="csX4" fmla="*/ 5715000 w 12192000"/>
              <a:gd name="csY4" fmla="*/ 6400800 h 6858000"/>
              <a:gd name="csX5" fmla="*/ 12192000 w 12192000"/>
              <a:gd name="csY5" fmla="*/ 640080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457200"/>
                </a:lnTo>
                <a:lnTo>
                  <a:pt x="5715000" y="457200"/>
                </a:lnTo>
                <a:lnTo>
                  <a:pt x="5715000" y="6400800"/>
                </a:lnTo>
                <a:lnTo>
                  <a:pt x="12192000" y="640080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800600" cy="2540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B53C-24D5-7E4A-A014-94F398D5C635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4800601" cy="2945642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F711452-E8CD-4198-878F-62016D1DDAA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15000" y="457200"/>
            <a:ext cx="6480048" cy="5943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27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4AEF0-FD49-9901-2650-A660E32BBD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559CC2E-67E0-CD45-1923-3D29474D2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510298"/>
            <a:ext cx="4800600" cy="338176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D06D-70B8-D14B-A67C-9271374366C3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7EBA0937-B41B-914E-2AAC-46E2E3534AD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34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880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C589F9-B5E9-4B33-8105-9AC2FFA5989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B78262B-02D6-47C9-67D0-07D0F3357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08537"/>
            <a:ext cx="4800600" cy="298352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E1D74-C13D-F14A-9B9E-EB7933559C88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DBB5A5D-0276-D53B-63DA-FE8A52528AC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569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4CEF6-557E-9804-CC9A-89809A5FF7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0200"/>
            <a:ext cx="3657600" cy="3657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4FB7707-CCB1-0246-9925-E5DB223369A7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847EA967-03AF-58FD-4A3C-C4F2DD0449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1600200"/>
            <a:ext cx="5565663" cy="3657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075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0BAAE26-8B0A-A488-121D-8BF5642E9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AE76B46A-8201-CC4A-8088-50255B4B9D0D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386993"/>
            <a:ext cx="6629400" cy="408357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758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960BFB7-1A46-3D6C-10AE-175CE77B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F2D9860-67F8-974D-8794-2C5A1B3DA504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050111"/>
            <a:ext cx="6629400" cy="4940661"/>
          </a:xfrm>
        </p:spPr>
        <p:txBody>
          <a:bodyPr anchor="ctr"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604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DB91743-0D30-2350-EB44-06EFA20D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8351A969-2D26-4F49-AF79-EF4D76632F7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2E3AAFD-6A60-1D0B-28FF-0B5CB92D6A3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457200"/>
            <a:ext cx="6629400" cy="5943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201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D313C0D-237C-145D-6D99-0704931ED3D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3827047 w 12186352"/>
              <a:gd name="csY3" fmla="*/ 454026 h 6854823"/>
              <a:gd name="csX4" fmla="*/ 3827047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3827047" y="454026"/>
                </a:lnTo>
                <a:lnTo>
                  <a:pt x="3827047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102" y="457200"/>
            <a:ext cx="2887123" cy="2514601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83FCCD6-08E9-5F43-B78A-D6D06FA7D888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983E9A5C-C933-60D2-BA0B-5D63E2467D6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2102" y="3429000"/>
            <a:ext cx="2887123" cy="29717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4DB69AA-A231-8C00-D853-CD5E094B06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32696" y="457200"/>
            <a:ext cx="8359305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799"/>
            <a:ext cx="1295400" cy="381001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0107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314FBE-6941-996E-732C-BE9042D03FA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4568825 h 6854823"/>
              <a:gd name="csX2" fmla="*/ 11729151 w 12186352"/>
              <a:gd name="csY2" fmla="*/ 4568825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4568825"/>
                </a:lnTo>
                <a:lnTo>
                  <a:pt x="11729151" y="4568825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29201"/>
            <a:ext cx="3810000" cy="1371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52D2-CCDE-DA48-AA88-B770548F7575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D0830D9-CC27-C2C3-C727-D0E6E595B2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4114799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751" y="5029200"/>
            <a:ext cx="7016048" cy="13716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609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CB3BA5-C3CC-30C6-920A-AFE4D14AF26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8" y="3177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3 h 6854823"/>
              <a:gd name="csX5" fmla="*/ 4761059 w 12186352"/>
              <a:gd name="csY5" fmla="*/ 6397623 h 6854823"/>
              <a:gd name="csX6" fmla="*/ 4761059 w 12186352"/>
              <a:gd name="csY6" fmla="*/ 454023 h 6854823"/>
              <a:gd name="csX7" fmla="*/ 12186352 w 12186352"/>
              <a:gd name="csY7" fmla="*/ 4540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3"/>
                </a:lnTo>
                <a:lnTo>
                  <a:pt x="4761059" y="6397623"/>
                </a:lnTo>
                <a:lnTo>
                  <a:pt x="4761059" y="454023"/>
                </a:lnTo>
                <a:lnTo>
                  <a:pt x="12186352" y="4540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B804614-19A7-C141-7231-844689471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0964" y="457200"/>
            <a:ext cx="3843837" cy="17100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0915B74-DE73-85C6-5754-84F12F96E92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1000"/>
          </a:xfrm>
        </p:spPr>
        <p:txBody>
          <a:bodyPr/>
          <a:lstStyle/>
          <a:p>
            <a:fld id="{2E2458BC-FE32-0A45-9DD7-ED7D64447D19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AF0EABC9-86BA-DDCF-A091-AB6C3E9C93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404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4F324D2-4F52-DFB7-CF7C-C3182974B4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8445A35-FB03-D828-D87E-A268F3E1E0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90964" y="2624462"/>
            <a:ext cx="3843837" cy="3776337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C5C69391-C5F6-E4C0-A8D2-D378757ACC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4215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78C312-FD23-D608-5B72-5DB43989560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4755412 w 12186352"/>
              <a:gd name="csY3" fmla="*/ 454026 h 6854823"/>
              <a:gd name="csX4" fmla="*/ 4755412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4755412" y="454026"/>
                </a:lnTo>
                <a:lnTo>
                  <a:pt x="4755412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3714" cy="171006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1000"/>
          </a:xfrm>
        </p:spPr>
        <p:txBody>
          <a:bodyPr/>
          <a:lstStyle/>
          <a:p>
            <a:fld id="{1233975F-0E53-0840-98CD-E03B319E6BC3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799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04AEB09-C22F-E34F-DEF8-A875003EEE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621290"/>
            <a:ext cx="3813714" cy="377951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B255439D-9DD5-19F0-DFF1-101A9899DF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06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2174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DD87899-462F-D06B-5D64-3ED065B3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060" y="457200"/>
            <a:ext cx="4735740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34F943B-FBB0-AD70-5392-FF1249A8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D0CA20AB-D25D-704E-83C3-6B013E02E645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3A7B337-CA3D-E1B0-7039-CA1FCFDE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799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805F337F-4512-E680-8F5A-95C18128264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68F33D8-4565-CA0E-DF2E-27FBE006F9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99060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52E7D2F-742D-CB2D-2766-5AF678F3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399" y="6400800"/>
            <a:ext cx="1295399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4019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2693257-E100-0525-B4C7-8CA75053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60" y="457200"/>
            <a:ext cx="4796699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1" cy="380999"/>
          </a:xfrm>
        </p:spPr>
        <p:txBody>
          <a:bodyPr/>
          <a:lstStyle/>
          <a:p>
            <a:fld id="{B31F77D0-31D8-5446-A1F3-FE6147C324EC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2"/>
            <a:ext cx="6019800" cy="38099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AC9A1BA-A83A-E476-1A91-3DB0B544DF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835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90998F5-C9FB-EC52-B802-B62AA63E42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9976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400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1957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46F2B-72CE-C947-0021-F34244B4344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3654426 h 6854823"/>
              <a:gd name="csX2" fmla="*/ 11729151 w 12186352"/>
              <a:gd name="csY2" fmla="*/ 3654426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3654426"/>
                </a:lnTo>
                <a:lnTo>
                  <a:pt x="11729151" y="3654426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11624"/>
            <a:ext cx="3219343" cy="22891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5CF00-6C05-B849-B141-54CC9A394B3C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5CCD5774-AB2C-F489-2BCD-75A5731FA8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32004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8092" y="4111624"/>
            <a:ext cx="7606708" cy="22891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2388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4D3EA0-3FE9-3CAB-830E-268B27509F7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3638875 h 6854823"/>
              <a:gd name="csX1" fmla="*/ 451551 w 12186352"/>
              <a:gd name="csY1" fmla="*/ 438477 h 6854823"/>
              <a:gd name="csX2" fmla="*/ 11729151 w 12186352"/>
              <a:gd name="csY2" fmla="*/ 438477 h 6854823"/>
              <a:gd name="csX3" fmla="*/ 11729151 w 12186352"/>
              <a:gd name="csY3" fmla="*/ 3638875 h 6854823"/>
              <a:gd name="csX4" fmla="*/ 0 w 12186352"/>
              <a:gd name="csY4" fmla="*/ 6854823 h 6854823"/>
              <a:gd name="csX5" fmla="*/ 12186352 w 12186352"/>
              <a:gd name="csY5" fmla="*/ 6854823 h 6854823"/>
              <a:gd name="csX6" fmla="*/ 12186352 w 12186352"/>
              <a:gd name="csY6" fmla="*/ 0 h 6854823"/>
              <a:gd name="csX7" fmla="*/ 0 w 12186352"/>
              <a:gd name="csY7" fmla="*/ 0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3638875"/>
                </a:moveTo>
                <a:lnTo>
                  <a:pt x="451551" y="438477"/>
                </a:lnTo>
                <a:lnTo>
                  <a:pt x="11729151" y="438477"/>
                </a:lnTo>
                <a:lnTo>
                  <a:pt x="11729151" y="3638875"/>
                </a:lnTo>
                <a:close/>
                <a:moveTo>
                  <a:pt x="0" y="6854823"/>
                </a:moveTo>
                <a:lnTo>
                  <a:pt x="12186352" y="6854823"/>
                </a:lnTo>
                <a:lnTo>
                  <a:pt x="1218635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200400" cy="230789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1000"/>
          </a:xfrm>
        </p:spPr>
        <p:txBody>
          <a:bodyPr/>
          <a:lstStyle/>
          <a:p>
            <a:fld id="{66499679-3EA0-9342-AF62-C5FAA18B6EFA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FAF7E276-884D-AF00-1E18-715F56A8A9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22370" y="457200"/>
            <a:ext cx="7612430" cy="23078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B1DE11C5-B5A8-F8F8-2A43-C0C9580263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3219122"/>
            <a:ext cx="11277600" cy="3200398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7650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268A4B-F698-5EDC-1790-BA10F89CD8F3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6 h 6854823"/>
              <a:gd name="csX5" fmla="*/ 7467253 w 12186352"/>
              <a:gd name="csY5" fmla="*/ 6397626 h 6854823"/>
              <a:gd name="csX6" fmla="*/ 7467253 w 12186352"/>
              <a:gd name="csY6" fmla="*/ 454025 h 6854823"/>
              <a:gd name="csX7" fmla="*/ 12186352 w 12186352"/>
              <a:gd name="csY7" fmla="*/ 454025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6"/>
                </a:lnTo>
                <a:lnTo>
                  <a:pt x="7467253" y="6397626"/>
                </a:lnTo>
                <a:lnTo>
                  <a:pt x="7467253" y="454025"/>
                </a:lnTo>
                <a:lnTo>
                  <a:pt x="12186352" y="454025"/>
                </a:lnTo>
                <a:close/>
              </a:path>
            </a:pathLst>
          </a:cu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B9DEC9-1D26-F04D-4F91-7BE751B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949" y="457199"/>
            <a:ext cx="6552851" cy="1555845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8">
            <a:extLst>
              <a:ext uri="{FF2B5EF4-FFF2-40B4-BE49-F238E27FC236}">
                <a16:creationId xmlns:a16="http://schemas.microsoft.com/office/drawing/2014/main" id="{1E168D7B-B77A-72AC-AA72-64FBAA8D378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8"/>
          </a:xfrm>
        </p:spPr>
        <p:txBody>
          <a:bodyPr/>
          <a:lstStyle/>
          <a:p>
            <a:fld id="{3C97155C-DE68-4440-8202-CC9478E27F07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4014B883-B832-AE53-6858-8E25B13C5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CC1B439C-57E0-A299-9A98-A81BFA738C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7D22B98A-40DC-D510-5762-8D7E05344E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949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7CA11211-0281-DD36-148E-3ABC6374978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486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4C1286-F0A1-DDC1-4A24-85A9D3462CB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5 h 6854823"/>
              <a:gd name="csX3" fmla="*/ 7461604 w 12186352"/>
              <a:gd name="csY3" fmla="*/ 454025 h 6854823"/>
              <a:gd name="csX4" fmla="*/ 7461604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5"/>
                </a:lnTo>
                <a:lnTo>
                  <a:pt x="7461604" y="454025"/>
                </a:lnTo>
                <a:lnTo>
                  <a:pt x="7461604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7F3BC77-0C60-6C24-E5FE-6B80D4812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549553" cy="1549495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2B9DA8F7-1BE7-954A-B654-92996DBA4E86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0A2831D-F063-09A6-A707-24AC43E312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3902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EC7CBEB-1BF7-2607-DBAA-531A9067F8B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467253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91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1A7354-C3D2-8AD8-40DE-4E850BDFCC68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6533074 w 12186352"/>
              <a:gd name="csY0" fmla="*/ 1858587 h 6854823"/>
              <a:gd name="csX1" fmla="*/ 6533074 w 12186352"/>
              <a:gd name="csY1" fmla="*/ 6397626 h 6854823"/>
              <a:gd name="csX2" fmla="*/ 3 w 12186352"/>
              <a:gd name="csY2" fmla="*/ 6397626 h 6854823"/>
              <a:gd name="csX3" fmla="*/ 3 w 12186352"/>
              <a:gd name="csY3" fmla="*/ 1858587 h 6854823"/>
              <a:gd name="csX4" fmla="*/ 12186352 w 12186352"/>
              <a:gd name="csY4" fmla="*/ 0 h 6854823"/>
              <a:gd name="csX5" fmla="*/ 0 w 12186352"/>
              <a:gd name="csY5" fmla="*/ 0 h 6854823"/>
              <a:gd name="csX6" fmla="*/ 0 w 12186352"/>
              <a:gd name="csY6" fmla="*/ 6854823 h 6854823"/>
              <a:gd name="csX7" fmla="*/ 12186352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6533074" y="1858587"/>
                </a:moveTo>
                <a:lnTo>
                  <a:pt x="6533074" y="6397626"/>
                </a:lnTo>
                <a:lnTo>
                  <a:pt x="3" y="6397626"/>
                </a:lnTo>
                <a:lnTo>
                  <a:pt x="3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E2067BC-DC4F-D794-A7F8-65900B79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1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1FAF02C-8E8E-0257-0307-15E6853700F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5447FF96-6068-D045-B983-6A2E1F44124F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12F6119E-6325-71C5-AFDB-160A100A21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DAF060C4-6682-AB70-5937-47DB8276FD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4E3FB443-D4CA-E6C5-2187-4A649A47F28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861761"/>
            <a:ext cx="6533071" cy="4539039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39D0113-D166-6E44-FF30-39C61CD137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395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ABB22AD-DA7B-73AE-1F66-31345119900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315201 w 12186352"/>
              <a:gd name="csY0" fmla="*/ 1858587 h 6854823"/>
              <a:gd name="csX1" fmla="*/ 7315201 w 12186352"/>
              <a:gd name="csY1" fmla="*/ 6397626 h 6854823"/>
              <a:gd name="csX2" fmla="*/ 2 w 12186352"/>
              <a:gd name="csY2" fmla="*/ 6397626 h 6854823"/>
              <a:gd name="csX3" fmla="*/ 2 w 12186352"/>
              <a:gd name="csY3" fmla="*/ 1858587 h 6854823"/>
              <a:gd name="csX4" fmla="*/ 457201 w 12186352"/>
              <a:gd name="csY4" fmla="*/ 1858587 h 6854823"/>
              <a:gd name="csX5" fmla="*/ 6533074 w 12186352"/>
              <a:gd name="csY5" fmla="*/ 1858587 h 6854823"/>
              <a:gd name="csX6" fmla="*/ 12186352 w 12186352"/>
              <a:gd name="csY6" fmla="*/ 0 h 6854823"/>
              <a:gd name="csX7" fmla="*/ 0 w 12186352"/>
              <a:gd name="csY7" fmla="*/ 0 h 6854823"/>
              <a:gd name="csX8" fmla="*/ 0 w 12186352"/>
              <a:gd name="csY8" fmla="*/ 6854823 h 6854823"/>
              <a:gd name="csX9" fmla="*/ 12186352 w 12186352"/>
              <a:gd name="csY9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86352" h="6854823">
                <a:moveTo>
                  <a:pt x="7315201" y="1858587"/>
                </a:moveTo>
                <a:lnTo>
                  <a:pt x="7315201" y="6397626"/>
                </a:lnTo>
                <a:lnTo>
                  <a:pt x="2" y="6397626"/>
                </a:lnTo>
                <a:lnTo>
                  <a:pt x="2" y="1858587"/>
                </a:lnTo>
                <a:lnTo>
                  <a:pt x="457201" y="1858587"/>
                </a:lnTo>
                <a:lnTo>
                  <a:pt x="6533074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FFB7B32-3B46-FEC3-8857-8E1A162E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7349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C195F3F8-9E31-7F42-8188-F6043F071A39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5999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861761"/>
            <a:ext cx="3886199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BB8F855-8399-5C2F-8FFE-3445E6ACC1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76800" y="1861761"/>
            <a:ext cx="7315199" cy="4539039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5104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870277-9BEA-773F-5ABC-0478C95CF73B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6854823 h 6854823"/>
              <a:gd name="csX3" fmla="*/ 0 w 12186352"/>
              <a:gd name="csY3" fmla="*/ 6854823 h 6854823"/>
              <a:gd name="csX4" fmla="*/ 0 w 12186352"/>
              <a:gd name="csY4" fmla="*/ 6377154 h 6854823"/>
              <a:gd name="csX5" fmla="*/ 6527422 w 12186352"/>
              <a:gd name="csY5" fmla="*/ 6377154 h 6854823"/>
              <a:gd name="csX6" fmla="*/ 6527422 w 12186352"/>
              <a:gd name="csY6" fmla="*/ 1858587 h 6854823"/>
              <a:gd name="csX7" fmla="*/ 0 w 12186352"/>
              <a:gd name="csY7" fmla="*/ 1858587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lnTo>
                  <a:pt x="0" y="6377154"/>
                </a:lnTo>
                <a:lnTo>
                  <a:pt x="6527422" y="6377154"/>
                </a:lnTo>
                <a:lnTo>
                  <a:pt x="6527422" y="1858587"/>
                </a:lnTo>
                <a:lnTo>
                  <a:pt x="0" y="1858587"/>
                </a:lnTo>
                <a:close/>
              </a:path>
            </a:pathLst>
          </a:cu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5CBF9ED-624B-FB83-6E83-BB42410F2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2"/>
            <a:ext cx="1127759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AE8BA31F-10E3-B74C-A113-9DB8A6700F67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1" y="76201"/>
            <a:ext cx="6019798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9BCDC3DB-8BBB-CC92-23DB-44BEC6BD61F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1861761"/>
            <a:ext cx="6533071" cy="451856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C7B1CAB-4A9F-B8E9-3C1E-15C58564C1F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9027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744199" y="6400800"/>
            <a:ext cx="13715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762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B64117-148B-10E8-7721-A4C85F0B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1" y="457200"/>
            <a:ext cx="7254240" cy="1173708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ACEC350-F243-8E48-2F30-905D6999D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0999"/>
          </a:xfrm>
        </p:spPr>
        <p:txBody>
          <a:bodyPr/>
          <a:lstStyle/>
          <a:p>
            <a:fld id="{3596BBB1-49AB-C544-9861-84EE6CF53403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693FD3A5-45B7-3678-FCC8-1AA49237E7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0E31D68-951A-2336-5424-6671B2E929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79495B1-3D42-5CC6-1177-BBB5CCDEF1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05F3D1FB-5F83-6976-2FDE-42146116FF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861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E5C046-40A5-D694-E725-EA0ABE0B8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199"/>
            <a:ext cx="7254239" cy="1173712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0"/>
            <a:ext cx="1295400" cy="380999"/>
          </a:xfrm>
        </p:spPr>
        <p:txBody>
          <a:bodyPr/>
          <a:lstStyle/>
          <a:p>
            <a:fld id="{9D50FFC8-0737-944F-9B20-403A2248B3E7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4E5FB0DF-C175-C1BD-BDD9-3536A2F7E4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7C20B94A-DE1D-8112-79D8-ADD778F243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5640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160961-81A4-744C-57F0-3A91AB73281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5029200" cy="151908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DA7B-3D23-9747-B64E-78D5DD68C6C7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802CE9A6-F23E-1299-6CEA-8B0DBFBE20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357283"/>
            <a:ext cx="5029199" cy="4043516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457200"/>
            <a:ext cx="5638799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115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92B07A-D9A0-38E9-B941-74C38124D59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3716844" cy="191994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040DD-291F-D14A-B0CD-056B01183946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115A2C62-B33D-41E9-D363-2E5B5EC4C6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743200"/>
            <a:ext cx="3716845" cy="3657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399" y="457201"/>
            <a:ext cx="7010401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917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D16EBF9-B68A-0B06-1D11-8A73C8F97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49242"/>
            <a:ext cx="5638800" cy="105155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0AA6F4-6FEB-A645-BC84-8FD86BB56A56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FC49D795-05CD-88A6-65D2-CE59AB098CD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517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62229AA-0D53-41CE-F2F6-A43A58F4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2"/>
            <a:ext cx="5638800" cy="106679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19C1F0A-369C-694C-9034-23649A99EDDB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2685CAE8-3040-D343-9736-69ED07ADEE2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26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AC97C7-C18C-1AFB-595D-1164216C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0" y="457200"/>
            <a:ext cx="2743200" cy="5943600"/>
          </a:xfrm>
        </p:spPr>
        <p:txBody>
          <a:bodyPr anchor="ctr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5CB68B-3B3F-204E-812A-7CA74DAAFECC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794CDEE-6628-D8C2-4DD7-A2AF2B148E2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762000"/>
            <a:ext cx="8077200" cy="5943600"/>
          </a:xfrm>
        </p:spPr>
        <p:txBody>
          <a:bodyPr anchor="ctr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54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A025-A5F8-BC41-857C-074A129970DD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389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A02B-DBB0-A046-81B0-FEDCAC57CE71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19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2E1041-C021-CE4A-9D2F-9EE16EB193AE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04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598" y="457200"/>
            <a:ext cx="2743200" cy="59436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9110DB-B309-8C4D-B2B7-2B6318BF3864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F2B13095-060E-7C64-69EA-E7821D5019E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t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9025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937084"/>
            <a:ext cx="9144000" cy="4663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CD263F-17D1-DD49-AE75-3B385E0CFFA9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58A7DA2E-06EC-D8CE-ACE3-28D98B5AC26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4572"/>
            <a:ext cx="11277600" cy="5417308"/>
          </a:xfrm>
        </p:spPr>
        <p:txBody>
          <a:bodyPr anchor="b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409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0" y="457200"/>
            <a:ext cx="2971800" cy="594622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664374B-BFF6-3C4D-A435-E85D19EC7285}" type="datetime1">
              <a:rPr lang="en-US" smtClean="0"/>
              <a:t>4/22/2026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D97FB3-18C6-51BD-4179-B642A2A709C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ctr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38563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431640-8AD9-CB9D-CC0B-964AF3B7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1"/>
            <a:ext cx="11277598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FF47-482A-5A42-BC2B-D17760A60D7C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25624"/>
            <a:ext cx="5230495" cy="45751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7" y="1825625"/>
            <a:ext cx="5230493" cy="457517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896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DF3CAC-6CE7-7E83-9091-EB44FB9B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0A138-5AFC-9A4D-A014-96125C4D80CC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3847"/>
            <a:ext cx="5227320" cy="354857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286000"/>
            <a:ext cx="522763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1" y="1823847"/>
            <a:ext cx="5233417" cy="35485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092" y="2286000"/>
            <a:ext cx="523370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90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1EA9-87CF-8343-9776-D1D52A179B2E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724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506F-D76B-DF43-A96B-B8A73BD734D5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4254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B8EF09-85B4-2CB8-82A3-EECAE01D45AD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3810000" cy="16764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7B30-84C4-E14A-AD9D-99C744B58D2B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458616"/>
            <a:ext cx="3810000" cy="3942184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457200"/>
            <a:ext cx="6934200" cy="5943600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defRPr lang="en-US" b="0" dirty="0"/>
            </a:lvl1pPr>
            <a:lvl2pPr>
              <a:spcBef>
                <a:spcPts val="0"/>
              </a:spcBef>
              <a:defRPr lang="en-US" dirty="0"/>
            </a:lvl2pPr>
            <a:lvl3pPr>
              <a:spcBef>
                <a:spcPts val="0"/>
              </a:spcBef>
              <a:defRPr lang="en-US" dirty="0"/>
            </a:lvl3pPr>
            <a:lvl4pPr>
              <a:spcBef>
                <a:spcPts val="0"/>
              </a:spcBef>
              <a:defRPr lang="en-US" dirty="0"/>
            </a:lvl4pPr>
            <a:lvl5pPr>
              <a:spcBef>
                <a:spcPts val="0"/>
              </a:spcBef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912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0935E8B-BB8A-9B48-4EC5-768D5E3A1DD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467602 w 12186353"/>
              <a:gd name="csY0" fmla="*/ 454026 h 6854823"/>
              <a:gd name="csX1" fmla="*/ 7467602 w 12186353"/>
              <a:gd name="csY1" fmla="*/ 6397626 h 6854823"/>
              <a:gd name="csX2" fmla="*/ 457203 w 12186353"/>
              <a:gd name="csY2" fmla="*/ 6397626 h 6854823"/>
              <a:gd name="csX3" fmla="*/ 457203 w 12186353"/>
              <a:gd name="csY3" fmla="*/ 454026 h 6854823"/>
              <a:gd name="csX4" fmla="*/ 12186353 w 12186353"/>
              <a:gd name="csY4" fmla="*/ 0 h 6854823"/>
              <a:gd name="csX5" fmla="*/ 0 w 12186353"/>
              <a:gd name="csY5" fmla="*/ 0 h 6854823"/>
              <a:gd name="csX6" fmla="*/ 0 w 12186353"/>
              <a:gd name="csY6" fmla="*/ 6854823 h 6854823"/>
              <a:gd name="csX7" fmla="*/ 12186353 w 12186353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3">
                <a:moveTo>
                  <a:pt x="7467602" y="454026"/>
                </a:moveTo>
                <a:lnTo>
                  <a:pt x="7467602" y="6397626"/>
                </a:lnTo>
                <a:lnTo>
                  <a:pt x="457203" y="6397626"/>
                </a:lnTo>
                <a:lnTo>
                  <a:pt x="457203" y="454026"/>
                </a:lnTo>
                <a:close/>
                <a:moveTo>
                  <a:pt x="12186353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3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0000" cy="2971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00D-D41F-AF4D-9311-8F7464F57478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810000"/>
            <a:ext cx="3810000" cy="25908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D567F4A-97DA-0A34-ED21-0C003CA8AF5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724400" y="457200"/>
            <a:ext cx="7010399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17170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087CE1-ACE0-D6A3-D3B7-DF95BF5595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8305801" cy="2971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D72C-8184-5840-B481-389540A01A17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8" y="3733800"/>
            <a:ext cx="11277599" cy="266699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212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F1DC1-62BC-8F1C-64E5-A5FBEAB8F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5638799" cy="297180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2C1FE-0BA1-514C-8495-D43A7528783D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3810000"/>
            <a:ext cx="8382000" cy="25908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sz="200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sz="200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sz="200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017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97474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36732"/>
      </p:ext>
    </p:extLst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99690"/>
      </p:ext>
    </p:extLst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388331"/>
      </p:ext>
    </p:extLst>
  </p:cSld>
  <p:clrMapOvr>
    <a:masterClrMapping/>
  </p:clrMapOvr>
  <p:hf sldNum="0"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82191"/>
      </p:ext>
    </p:extLst>
  </p:cSld>
  <p:clrMapOvr>
    <a:masterClrMapping/>
  </p:clrMapOvr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1EA9-87CF-8343-9776-D1D52A179B2E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939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1679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7B30-84C4-E14A-AD9D-99C744B58D2B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EF9660-540B-FEDB-5CEA-A4B5CEFA065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3062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00D-D41F-AF4D-9311-8F7464F57478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522DAC-54FC-2CA1-FF6F-22D907E451CF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467602 w 12186353"/>
              <a:gd name="csY0" fmla="*/ 454026 h 6854823"/>
              <a:gd name="csX1" fmla="*/ 7467602 w 12186353"/>
              <a:gd name="csY1" fmla="*/ 6397626 h 6854823"/>
              <a:gd name="csX2" fmla="*/ 457203 w 12186353"/>
              <a:gd name="csY2" fmla="*/ 6397626 h 6854823"/>
              <a:gd name="csX3" fmla="*/ 457203 w 12186353"/>
              <a:gd name="csY3" fmla="*/ 454026 h 6854823"/>
              <a:gd name="csX4" fmla="*/ 12186353 w 12186353"/>
              <a:gd name="csY4" fmla="*/ 0 h 6854823"/>
              <a:gd name="csX5" fmla="*/ 0 w 12186353"/>
              <a:gd name="csY5" fmla="*/ 0 h 6854823"/>
              <a:gd name="csX6" fmla="*/ 0 w 12186353"/>
              <a:gd name="csY6" fmla="*/ 6854823 h 6854823"/>
              <a:gd name="csX7" fmla="*/ 12186353 w 12186353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3">
                <a:moveTo>
                  <a:pt x="7467602" y="454026"/>
                </a:moveTo>
                <a:lnTo>
                  <a:pt x="7467602" y="6397626"/>
                </a:lnTo>
                <a:lnTo>
                  <a:pt x="457203" y="6397626"/>
                </a:lnTo>
                <a:lnTo>
                  <a:pt x="457203" y="454026"/>
                </a:lnTo>
                <a:close/>
                <a:moveTo>
                  <a:pt x="12186353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3" y="6854823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2462546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70150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63889"/>
      </p:ext>
    </p:extLst>
  </p:cSld>
  <p:clrMapOvr>
    <a:masterClrMapping/>
  </p:clrMapOvr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7062401"/>
      </p:ext>
    </p:extLst>
  </p:cSld>
  <p:clrMapOvr>
    <a:masterClrMapping/>
  </p:clrMapOvr>
  <p:hf sldNum="0"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16731"/>
      </p:ext>
    </p:extLst>
  </p:cSld>
  <p:clrMapOvr>
    <a:masterClrMapping/>
  </p:clrMapOvr>
  <p:hf sldNum="0"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8854409"/>
      </p:ext>
    </p:extLst>
  </p:cSld>
  <p:clrMapOvr>
    <a:masterClrMapping/>
  </p:clrMapOvr>
  <p:hf sldNum="0"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65865"/>
      </p:ext>
    </p:extLst>
  </p:cSld>
  <p:clrMapOvr>
    <a:masterClrMapping/>
  </p:clrMapOvr>
  <p:hf sldNum="0"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285359"/>
      </p:ext>
    </p:extLst>
  </p:cSld>
  <p:clrMapOvr>
    <a:masterClrMapping/>
  </p:clrMapOvr>
  <p:hf sldNum="0"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14775"/>
      </p:ext>
    </p:extLst>
  </p:cSld>
  <p:clrMapOvr>
    <a:masterClrMapping/>
  </p:clrMapOvr>
  <p:hf sldNum="0"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E223EA-E781-514C-FE24-98349C5AF9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6386732"/>
              <a:gd name="csY0" fmla="*/ 0 h 6858000"/>
              <a:gd name="csX1" fmla="*/ 6386732 w 6386732"/>
              <a:gd name="csY1" fmla="*/ 0 h 6858000"/>
              <a:gd name="csX2" fmla="*/ 6386732 w 6386732"/>
              <a:gd name="csY2" fmla="*/ 6858000 h 6858000"/>
              <a:gd name="csX3" fmla="*/ 0 w 6386732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86732" h="6858000">
                <a:moveTo>
                  <a:pt x="0" y="0"/>
                </a:moveTo>
                <a:lnTo>
                  <a:pt x="6386732" y="0"/>
                </a:lnTo>
                <a:lnTo>
                  <a:pt x="63867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457200"/>
            <a:ext cx="4800600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FE14-963B-F240-A047-D4733954729E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34200" y="3455158"/>
            <a:ext cx="4800600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55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70.xml"/><Relationship Id="rId2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69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752601"/>
            <a:ext cx="11277599" cy="4648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" y="76201"/>
            <a:ext cx="1447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BF82D58-E94F-DA46-9A9B-DBAB917AB2DD}" type="datetime1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76201"/>
            <a:ext cx="6019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400800"/>
            <a:ext cx="1295400" cy="381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5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3840" userDrawn="1">
          <p15:clr>
            <a:srgbClr val="F26B43"/>
          </p15:clr>
        </p15:guide>
        <p15:guide id="31" orient="horz" pos="48" userDrawn="1">
          <p15:clr>
            <a:srgbClr val="F26B43"/>
          </p15:clr>
        </p15:guide>
        <p15:guide id="32" orient="horz" pos="4272" userDrawn="1">
          <p15:clr>
            <a:srgbClr val="F26B43"/>
          </p15:clr>
        </p15:guide>
        <p15:guide id="33" pos="48" userDrawn="1">
          <p15:clr>
            <a:srgbClr val="F26B43"/>
          </p15:clr>
        </p15:guide>
        <p15:guide id="34" pos="7632" userDrawn="1">
          <p15:clr>
            <a:srgbClr val="F26B43"/>
          </p15:clr>
        </p15:guide>
        <p15:guide id="35" orient="horz" pos="288" userDrawn="1">
          <p15:clr>
            <a:srgbClr val="F26B43"/>
          </p15:clr>
        </p15:guide>
        <p15:guide id="36" orient="horz" pos="4032" userDrawn="1">
          <p15:clr>
            <a:srgbClr val="F26B43"/>
          </p15:clr>
        </p15:guide>
        <p15:guide id="37" pos="7392" userDrawn="1">
          <p15:clr>
            <a:srgbClr val="F26B43"/>
          </p15:clr>
        </p15:guide>
        <p15:guide id="38" pos="28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BF82D58-E94F-DA46-9A9B-DBAB917AB2DD}" type="datetime1">
              <a:rPr lang="en-US" smtClean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119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8" userDrawn="1">
          <p15:clr>
            <a:srgbClr val="F26B43"/>
          </p15:clr>
        </p15:guide>
        <p15:guide id="4" orient="horz" pos="4272" userDrawn="1">
          <p15:clr>
            <a:srgbClr val="F26B43"/>
          </p15:clr>
        </p15:guide>
        <p15:guide id="5" pos="48" userDrawn="1">
          <p15:clr>
            <a:srgbClr val="F26B43"/>
          </p15:clr>
        </p15:guide>
        <p15:guide id="6" pos="7632" userDrawn="1">
          <p15:clr>
            <a:srgbClr val="F26B43"/>
          </p15:clr>
        </p15:guide>
        <p15:guide id="7" orient="horz" pos="288" userDrawn="1">
          <p15:clr>
            <a:srgbClr val="F26B43"/>
          </p15:clr>
        </p15:guide>
        <p15:guide id="8" orient="horz" pos="4032" userDrawn="1">
          <p15:clr>
            <a:srgbClr val="F26B43"/>
          </p15:clr>
        </p15:guide>
        <p15:guide id="9" pos="7392" userDrawn="1">
          <p15:clr>
            <a:srgbClr val="F26B43"/>
          </p15:clr>
        </p15:guide>
        <p15:guide id="10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1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09862E-48F9-45AC-8D44-67A0268A7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97986E7-0E3C-4F64-886E-935DDCB83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773033" y="1420238"/>
            <a:ext cx="4415786" cy="4751961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03D17F-F79E-40E5-9563-A1CFFCC06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A5D5775-627F-4588-82B3-905EDF231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D7F2A20-5DE4-4BC0-91EA-5FFE33A4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536BA0-56C7-429C-B41E-B5724F0CD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F15726F-71BE-4007-B9B6-0A1AA0D52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2AECCBB-037E-E6B8-91CF-8BDF8BEF9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1" y="685799"/>
            <a:ext cx="8420877" cy="2971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0" i="0" u="none" dirty="0" err="1">
                <a:latin typeface="Century Gothic"/>
              </a:rPr>
              <a:t>Funciones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0DC5A5-3663-FEBB-2737-CD707C78B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100" b="0" i="0" u="none">
                <a:solidFill>
                  <a:schemeClr val="tx2">
                    <a:lumMod val="75000"/>
                  </a:schemeClr>
                </a:solidFill>
                <a:latin typeface="Century Gothic"/>
              </a:rPr>
              <a:t>Comandos básicos y ejemplos prácticos</a:t>
            </a:r>
            <a:endParaRPr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876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CC7770B-E4E1-42D6-9437-DAA4A3A9E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26DE5B-A1A6-4746-8EF7-4D6809ED7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77A3DDA-BF17-4302-867E-EBFD777B0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BE30704-4227-4B7B-BDB8-BFCF3908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23B1E7-AEA4-42D8-8F4A-9D116F296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1B6244-6EAE-442C-ACCF-8146103EC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6BA988-D83F-B08F-75D9-53539FFC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600" b="0" i="0" u="none" dirty="0" err="1">
                <a:latin typeface="Century Gothic"/>
              </a:rPr>
              <a:t>Tipos</a:t>
            </a:r>
            <a:r>
              <a:rPr lang="en-US" sz="3600" b="0" i="0" u="none" dirty="0">
                <a:latin typeface="Century Gothic"/>
              </a:rPr>
              <a:t> de </a:t>
            </a:r>
            <a:r>
              <a:rPr lang="en-US" sz="3600" b="0" i="0" u="none" dirty="0" err="1">
                <a:latin typeface="Century Gothic"/>
              </a:rPr>
              <a:t>FunCiones</a:t>
            </a:r>
            <a:endParaRPr sz="36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B61BD-677A-F050-A6BF-C91D2CB34C29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602569" y="1621366"/>
            <a:ext cx="8534400" cy="279551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spcBef>
                <a:spcPct val="20000"/>
              </a:spcBef>
              <a:buNone/>
            </a:pPr>
            <a:endParaRPr lang="es-ES" sz="2800" dirty="0"/>
          </a:p>
          <a:p>
            <a:pPr>
              <a:spcBef>
                <a:spcPct val="20000"/>
              </a:spcBef>
            </a:pPr>
            <a:r>
              <a:rPr lang="es-ES" sz="2800" dirty="0"/>
              <a:t>Sin parámetros</a:t>
            </a:r>
          </a:p>
          <a:p>
            <a:pPr>
              <a:spcBef>
                <a:spcPct val="20000"/>
              </a:spcBef>
            </a:pPr>
            <a:r>
              <a:rPr lang="es-ES" sz="2800" dirty="0"/>
              <a:t>Con parámetros</a:t>
            </a:r>
          </a:p>
          <a:p>
            <a:pPr>
              <a:spcBef>
                <a:spcPct val="20000"/>
              </a:spcBef>
            </a:pPr>
            <a:r>
              <a:rPr lang="es-ES" sz="2800" dirty="0"/>
              <a:t>Con retorno (</a:t>
            </a:r>
            <a:r>
              <a:rPr lang="es-ES" sz="2800" dirty="0" err="1"/>
              <a:t>return</a:t>
            </a:r>
            <a:r>
              <a:rPr lang="es-ES" sz="2800" dirty="0"/>
              <a:t>)</a:t>
            </a:r>
          </a:p>
          <a:p>
            <a:pPr>
              <a:spcBef>
                <a:spcPct val="20000"/>
              </a:spcBef>
            </a:pPr>
            <a:r>
              <a:rPr lang="es-ES" sz="2800" dirty="0"/>
              <a:t>Funciones </a:t>
            </a:r>
            <a:r>
              <a:rPr lang="es-ES" sz="2800" dirty="0" err="1"/>
              <a:t>built</a:t>
            </a:r>
            <a:r>
              <a:rPr lang="es-ES" sz="2800" dirty="0"/>
              <a:t>-in (ya hechas)</a:t>
            </a:r>
            <a:endParaRPr sz="2800" dirty="0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69310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CC7770B-E4E1-42D6-9437-DAA4A3A9E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26DE5B-A1A6-4746-8EF7-4D6809ED7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77A3DDA-BF17-4302-867E-EBFD777B0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BE30704-4227-4B7B-BDB8-BFCF3908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23B1E7-AEA4-42D8-8F4A-9D116F296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1B6244-6EAE-442C-ACCF-8146103EC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6BA988-D83F-B08F-75D9-53539FFC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Built In Functions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85C49B9-B05C-B45A-FAE2-52B9936F8CE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695856" y="1668992"/>
            <a:ext cx="8742058" cy="460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10212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44C4BB-E8B7-5408-132E-FD8D9D923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CC7770B-E4E1-42D6-9437-DAA4A3A9E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26DE5B-A1A6-4746-8EF7-4D6809ED7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77A3DDA-BF17-4302-867E-EBFD777B0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BE30704-4227-4B7B-BDB8-BFCF3908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23B1E7-AEA4-42D8-8F4A-9D116F296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1B6244-6EAE-442C-ACCF-8146103EC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5F36E-491C-8F4A-AD9C-AB1E2276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/>
            <a:r>
              <a:rPr lang="en-US" sz="3600" b="0" i="0" u="none"/>
              <a:t>PrinT()</a:t>
            </a:r>
            <a:endParaRPr lang="en-US" sz="360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A2843-3422-1FD2-2D73-BD09E831D7A0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681038" y="1992310"/>
            <a:ext cx="8534400" cy="4179889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spcBef>
                <a:spcPct val="20000"/>
              </a:spcBef>
              <a:buFont typeface="Wingdings 3" panose="05040102010807070707" pitchFamily="18" charset="2"/>
              <a:buChar char=""/>
            </a:pPr>
            <a:r>
              <a:rPr lang="en-US" dirty="0"/>
              <a:t>print("Hola </a:t>
            </a:r>
            <a:r>
              <a:rPr lang="en-US" dirty="0" err="1"/>
              <a:t>mundo</a:t>
            </a:r>
            <a:r>
              <a:rPr lang="en-US" dirty="0"/>
              <a:t>")</a:t>
            </a:r>
          </a:p>
          <a:p>
            <a:pPr>
              <a:spcBef>
                <a:spcPct val="20000"/>
              </a:spcBef>
              <a:buFont typeface="Wingdings 3" panose="05040102010807070707" pitchFamily="18" charset="2"/>
              <a:buChar char=""/>
            </a:pPr>
            <a:r>
              <a:rPr lang="en-US" dirty="0" err="1"/>
              <a:t>nombre</a:t>
            </a:r>
            <a:r>
              <a:rPr lang="en-US" dirty="0"/>
              <a:t> = "Marcos“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dirty="0"/>
              <a:t>	</a:t>
            </a:r>
            <a:r>
              <a:rPr lang="en-US" dirty="0" err="1"/>
              <a:t>edad</a:t>
            </a:r>
            <a:r>
              <a:rPr lang="en-US" dirty="0"/>
              <a:t> = 43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dirty="0"/>
              <a:t>	print(</a:t>
            </a:r>
            <a:r>
              <a:rPr lang="en-US" dirty="0" err="1"/>
              <a:t>nombre</a:t>
            </a:r>
            <a:r>
              <a:rPr lang="en-US" dirty="0"/>
              <a:t>)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dirty="0"/>
              <a:t>	print(</a:t>
            </a:r>
            <a:r>
              <a:rPr lang="en-US" dirty="0" err="1"/>
              <a:t>edad</a:t>
            </a:r>
            <a:r>
              <a:rPr lang="en-US" dirty="0"/>
              <a:t>)</a:t>
            </a:r>
          </a:p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s-ES" dirty="0"/>
              <a:t>nombre = "Marcos“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s-ES" dirty="0"/>
              <a:t>	edad = 50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s-ES" dirty="0"/>
              <a:t>	</a:t>
            </a:r>
            <a:r>
              <a:rPr lang="es-ES" dirty="0" err="1"/>
              <a:t>print</a:t>
            </a:r>
            <a:r>
              <a:rPr lang="es-ES" dirty="0"/>
              <a:t>(</a:t>
            </a:r>
            <a:r>
              <a:rPr lang="es-ES" dirty="0" err="1"/>
              <a:t>f"Hola</a:t>
            </a:r>
            <a:r>
              <a:rPr lang="es-ES" dirty="0"/>
              <a:t> {nombre}, tienes {edad} años")</a:t>
            </a:r>
          </a:p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s-ES" dirty="0"/>
              <a:t>precio = 123.456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s-ES" dirty="0"/>
              <a:t>	</a:t>
            </a:r>
            <a:r>
              <a:rPr lang="es-ES" dirty="0" err="1"/>
              <a:t>print</a:t>
            </a:r>
            <a:r>
              <a:rPr lang="es-ES" dirty="0"/>
              <a:t>(</a:t>
            </a:r>
            <a:r>
              <a:rPr lang="es-ES" dirty="0" err="1"/>
              <a:t>f"Precio</a:t>
            </a:r>
            <a:r>
              <a:rPr lang="es-ES" dirty="0"/>
              <a:t>: ${precio:.2f}")</a:t>
            </a:r>
          </a:p>
          <a:p>
            <a:pPr marL="0" indent="0">
              <a:spcBef>
                <a:spcPct val="2000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452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8EA437-24D6-AC77-FEA5-E6D844C3C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CC7770B-E4E1-42D6-9437-DAA4A3A9E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26DE5B-A1A6-4746-8EF7-4D6809ED7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77A3DDA-BF17-4302-867E-EBFD777B0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BE30704-4227-4B7B-BDB8-BFCF3908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23B1E7-AEA4-42D8-8F4A-9D116F296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1B6244-6EAE-442C-ACCF-8146103EC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ED6972-F570-9B57-A139-27E2EB88B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/>
            <a:r>
              <a:rPr lang="en-US" sz="3600" dirty="0"/>
              <a:t>INPUT()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CADEE-6F5F-74BF-9B63-F5823E54A6B6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684212" y="2068511"/>
            <a:ext cx="8534400" cy="36152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28600" lvl="1" indent="0">
              <a:spcBef>
                <a:spcPct val="20000"/>
              </a:spcBef>
              <a:buNone/>
            </a:pPr>
            <a:r>
              <a:rPr lang="en-US" dirty="0"/>
              <a:t>	</a:t>
            </a:r>
            <a:r>
              <a:rPr lang="en-US" dirty="0" err="1"/>
              <a:t>nombre</a:t>
            </a:r>
            <a:r>
              <a:rPr lang="en-US" dirty="0"/>
              <a:t> = input("¿</a:t>
            </a:r>
            <a:r>
              <a:rPr lang="en-US" dirty="0" err="1"/>
              <a:t>Cuál</a:t>
            </a:r>
            <a:r>
              <a:rPr lang="en-US" dirty="0"/>
              <a:t> es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nombre</a:t>
            </a:r>
            <a:r>
              <a:rPr lang="en-US" dirty="0"/>
              <a:t>? ")</a:t>
            </a:r>
          </a:p>
          <a:p>
            <a:pPr marL="0" indent="0">
              <a:spcBef>
                <a:spcPct val="20000"/>
              </a:spcBef>
              <a:buNone/>
            </a:pPr>
            <a:r>
              <a:rPr lang="en-US" dirty="0"/>
              <a:t>	print(</a:t>
            </a:r>
            <a:r>
              <a:rPr lang="en-US" dirty="0" err="1"/>
              <a:t>f"Hola</a:t>
            </a:r>
            <a:r>
              <a:rPr lang="en-US" dirty="0"/>
              <a:t> {</a:t>
            </a:r>
            <a:r>
              <a:rPr lang="en-US" dirty="0" err="1"/>
              <a:t>nombre</a:t>
            </a:r>
            <a:r>
              <a:rPr lang="en-US" dirty="0"/>
              <a:t>}")</a:t>
            </a:r>
          </a:p>
          <a:p>
            <a:pPr marL="0" indent="0">
              <a:spcBef>
                <a:spcPct val="20000"/>
              </a:spcBef>
              <a:buNone/>
            </a:pPr>
            <a:endParaRPr lang="en-US" dirty="0"/>
          </a:p>
          <a:p>
            <a:pPr marL="342900" lvl="2" indent="0">
              <a:spcBef>
                <a:spcPct val="20000"/>
              </a:spcBef>
              <a:buNone/>
            </a:pPr>
            <a:r>
              <a:rPr lang="es-ES" dirty="0"/>
              <a:t>edad = input("¿Cuántos años tienes? ")</a:t>
            </a:r>
          </a:p>
          <a:p>
            <a:pPr marL="342900" lvl="2" indent="0">
              <a:spcBef>
                <a:spcPct val="20000"/>
              </a:spcBef>
              <a:buNone/>
            </a:pPr>
            <a:r>
              <a:rPr lang="es-ES" dirty="0"/>
              <a:t>edad = </a:t>
            </a:r>
            <a:r>
              <a:rPr lang="es-ES" dirty="0" err="1"/>
              <a:t>int</a:t>
            </a:r>
            <a:r>
              <a:rPr lang="es-ES" dirty="0"/>
              <a:t>(edad)</a:t>
            </a:r>
          </a:p>
          <a:p>
            <a:pPr marL="342900" lvl="2" indent="0">
              <a:spcBef>
                <a:spcPct val="20000"/>
              </a:spcBef>
              <a:buNone/>
            </a:pPr>
            <a:r>
              <a:rPr lang="es-ES" dirty="0" err="1"/>
              <a:t>print</a:t>
            </a:r>
            <a:r>
              <a:rPr lang="es-ES" dirty="0"/>
              <a:t>(</a:t>
            </a:r>
            <a:r>
              <a:rPr lang="es-ES" dirty="0" err="1"/>
              <a:t>f"Tienes</a:t>
            </a:r>
            <a:r>
              <a:rPr lang="es-ES" dirty="0"/>
              <a:t> {edad} años")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918832"/>
      </p:ext>
    </p:extLst>
  </p:cSld>
  <p:clrMapOvr>
    <a:masterClrMapping/>
  </p:clrMapOvr>
</p:sld>
</file>

<file path=ppt/theme/theme1.xml><?xml version="1.0" encoding="utf-8"?>
<a:theme xmlns:a="http://schemas.openxmlformats.org/drawingml/2006/main" name="Prismatic polygons">
  <a:themeElements>
    <a:clrScheme name="Glassmorphism">
      <a:dk1>
        <a:srgbClr val="2A0053"/>
      </a:dk1>
      <a:lt1>
        <a:srgbClr val="FFFFFF"/>
      </a:lt1>
      <a:dk2>
        <a:srgbClr val="000000"/>
      </a:dk2>
      <a:lt2>
        <a:srgbClr val="EEEFE7"/>
      </a:lt2>
      <a:accent1>
        <a:srgbClr val="FF8A28"/>
      </a:accent1>
      <a:accent2>
        <a:srgbClr val="F195FF"/>
      </a:accent2>
      <a:accent3>
        <a:srgbClr val="E227FF"/>
      </a:accent3>
      <a:accent4>
        <a:srgbClr val="FF0004"/>
      </a:accent4>
      <a:accent5>
        <a:srgbClr val="1906C5"/>
      </a:accent5>
      <a:accent6>
        <a:srgbClr val="31B564"/>
      </a:accent6>
      <a:hlink>
        <a:srgbClr val="467886"/>
      </a:hlink>
      <a:folHlink>
        <a:srgbClr val="96607D"/>
      </a:folHlink>
    </a:clrScheme>
    <a:fontScheme name="Custom 82">
      <a:majorFont>
        <a:latin typeface="Chamberi Super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assmorphism_wac_SD_V5 (Prismatic Polygons).pptx" id="{B385A2A1-EF3F-4C3B-9DAC-1996EB6D3A54}" vid="{B3C5DF8C-E290-4834-9BBD-6D53C49DE7F0}"/>
    </a:ext>
  </a:extLst>
</a:theme>
</file>

<file path=ppt/theme/theme2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2632</TotalTime>
  <Words>287</Words>
  <Application>Microsoft Office PowerPoint</Application>
  <PresentationFormat>Widescreen</PresentationFormat>
  <Paragraphs>37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Aptos</vt:lpstr>
      <vt:lpstr>Aptos Light</vt:lpstr>
      <vt:lpstr>Arial</vt:lpstr>
      <vt:lpstr>Century Gothic</vt:lpstr>
      <vt:lpstr>Chamberi Super Display</vt:lpstr>
      <vt:lpstr>Wingdings</vt:lpstr>
      <vt:lpstr>Wingdings 3</vt:lpstr>
      <vt:lpstr>Prismatic polygons</vt:lpstr>
      <vt:lpstr>Slice</vt:lpstr>
      <vt:lpstr>Funciones</vt:lpstr>
      <vt:lpstr>Tipos de FunCiones</vt:lpstr>
      <vt:lpstr>Built In Functions</vt:lpstr>
      <vt:lpstr>PrinT()</vt:lpstr>
      <vt:lpstr>INPUT()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Lopez, Marcos Ricardo</dc:creator>
  <cp:lastModifiedBy>Lopez, Marcos Ricardo</cp:lastModifiedBy>
  <cp:revision>3</cp:revision>
  <dcterms:created xsi:type="dcterms:W3CDTF">2026-04-14T22:52:20Z</dcterms:created>
  <dcterms:modified xsi:type="dcterms:W3CDTF">2026-04-23T17:20:52Z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94ae5-69af-439d-af88-cb521c31c0c5_Enabled">
    <vt:lpwstr>true</vt:lpwstr>
  </property>
  <property fmtid="{D5CDD505-2E9C-101B-9397-08002B2CF9AE}" pid="3" name="MSIP_Label_15394ae5-69af-439d-af88-cb521c31c0c5_SetDate">
    <vt:lpwstr>2026-04-14T23:27:02Z</vt:lpwstr>
  </property>
  <property fmtid="{D5CDD505-2E9C-101B-9397-08002B2CF9AE}" pid="4" name="MSIP_Label_15394ae5-69af-439d-af88-cb521c31c0c5_Method">
    <vt:lpwstr>Standard</vt:lpwstr>
  </property>
  <property fmtid="{D5CDD505-2E9C-101B-9397-08002B2CF9AE}" pid="5" name="MSIP_Label_15394ae5-69af-439d-af88-cb521c31c0c5_Name">
    <vt:lpwstr>DXC Internal</vt:lpwstr>
  </property>
  <property fmtid="{D5CDD505-2E9C-101B-9397-08002B2CF9AE}" pid="6" name="MSIP_Label_15394ae5-69af-439d-af88-cb521c31c0c5_SiteId">
    <vt:lpwstr>93f33571-550f-43cf-b09f-cd331338d086</vt:lpwstr>
  </property>
  <property fmtid="{D5CDD505-2E9C-101B-9397-08002B2CF9AE}" pid="7" name="MSIP_Label_15394ae5-69af-439d-af88-cb521c31c0c5_ActionId">
    <vt:lpwstr>cb399e29-de7d-4547-8e48-dcd54129d048</vt:lpwstr>
  </property>
  <property fmtid="{D5CDD505-2E9C-101B-9397-08002B2CF9AE}" pid="8" name="MSIP_Label_15394ae5-69af-439d-af88-cb521c31c0c5_ContentBits">
    <vt:lpwstr>0</vt:lpwstr>
  </property>
  <property fmtid="{D5CDD505-2E9C-101B-9397-08002B2CF9AE}" pid="9" name="MSIP_Label_15394ae5-69af-439d-af88-cb521c31c0c5_Tag">
    <vt:lpwstr>10, 3, 0, 1</vt:lpwstr>
  </property>
</Properties>
</file>