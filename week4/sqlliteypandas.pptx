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14" r:id="rId2"/>
  </p:sldMasterIdLst>
  <p:notesMasterIdLst>
    <p:notesMasterId r:id="rId9"/>
  </p:notesMasterIdLst>
  <p:sldIdLst>
    <p:sldId id="2580" r:id="rId3"/>
    <p:sldId id="2581" r:id="rId4"/>
    <p:sldId id="2562" r:id="rId5"/>
    <p:sldId id="2585" r:id="rId6"/>
    <p:sldId id="2586" r:id="rId7"/>
    <p:sldId id="258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incipios Básicos de Python: Propósito, Tipo de Lenguaje y Uso" id="{C9032957-AAD1-453D-BB6E-A08F0119FF00}">
          <p14:sldIdLst>
            <p14:sldId id="2580"/>
            <p14:sldId id="2581"/>
            <p14:sldId id="2562"/>
            <p14:sldId id="2585"/>
            <p14:sldId id="2586"/>
            <p14:sldId id="25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29" autoAdjust="0"/>
    <p:restoredTop sz="94660"/>
  </p:normalViewPr>
  <p:slideViewPr>
    <p:cSldViewPr snapToGrid="0">
      <p:cViewPr varScale="1">
        <p:scale>
          <a:sx n="99" d="100"/>
          <a:sy n="99" d="100"/>
        </p:scale>
        <p:origin x="108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93704-A326-4D31-B88C-1EEDC25A2181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875400-99CA-4C53-A90B-6CB544FC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308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El contenido generado por IA puede ser incorrecto.
---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50CC92-40BC-4B28-801E-4AE1AFC70F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005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¿Para qué se utiliza Python?
 Características y tipo de lenguaje que es Python
 Principios básicos para usar Python
 Recursos y recomendaciones para aprender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50CC92-40BC-4B28-801E-4AE1AFC70FE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1093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¿Para qué se utiliza Python?
 Características y tipo de lenguaje que es Python
 Principios básicos para usar Python
 Recursos y recomendaciones para aprender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50CC92-40BC-4B28-801E-4AE1AFC70FE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1093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6D893-E25E-ACCB-6B5F-519DBD6B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14DCF9-6ABB-A690-9B95-4980BAFA3E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49854-A7F5-E9F0-02F8-A55724235A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¿Para qué se utiliza Python?
 Características y tipo de lenguaje que es Python
 Principios básicos para usar Python
 Recursos y recomendaciones para aprender 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D7B7F0-078D-6A52-1F77-9EDF0278B0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50CC92-40BC-4B28-801E-4AE1AFC70FE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911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1866B-9934-BC36-9495-821D7550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12F49F-0D8B-0F41-9FD8-4710004386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F158A5-D191-7C64-86EC-6C82C8979F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¿Para qué se utiliza Python?
 Características y tipo de lenguaje que es Python
 Principios básicos para usar Python
 Recursos y recomendaciones para aprender 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BADB41-AC3B-F633-30D1-56660D0085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50CC92-40BC-4B28-801E-4AE1AFC70FE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5098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5591A-3711-4D05-575C-4FEC3DDE6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6340F7-358D-A20C-E9A7-B68108BB21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08ADA7-3207-3ECE-A741-619FC6B63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¿Para qué se utiliza Python?
 Características y tipo de lenguaje que es Python
 Principios básicos para usar Python
 Recursos y recomendaciones para aprender 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CE197-2178-8081-0A41-D8370C5F74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50CC92-40BC-4B28-801E-4AE1AFC70FE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443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9D2B7C3-93C4-3719-D2A9-FBE9AFC2AC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2054227"/>
            <a:ext cx="8229600" cy="47275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457200"/>
            <a:ext cx="3424518" cy="113982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B3CFBE15-E4BE-4B42-AEEE-ED6C6B9CFCE2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9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6D8A5A2A-9561-6566-F92F-F70D3288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28"/>
            <a:ext cx="11277599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94040C0B-3638-F744-9F98-D66CEC428329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F542A43-84A6-50F4-C658-B1BBDDAD8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61728"/>
            <a:ext cx="11277599" cy="45390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251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5031BA-FE29-1272-03FA-2B84A99174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5257800"/>
            <a:ext cx="11277600" cy="685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1" y="6019799"/>
            <a:ext cx="11277598" cy="3810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9EF7764-3766-AD43-917F-3181D2483C36}" type="datetime1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071A80C-9405-B736-DA8E-7C6B87617DC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7200" y="457199"/>
            <a:ext cx="11274552" cy="4572001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019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E88507-42ED-EBB5-0C22-CA3A46666A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3052" y="3175"/>
            <a:ext cx="12186353" cy="6854823"/>
          </a:xfrm>
          <a:custGeom>
            <a:avLst/>
            <a:gdLst>
              <a:gd name="csX0" fmla="*/ 0 w 12186355"/>
              <a:gd name="csY0" fmla="*/ 0 h 6854824"/>
              <a:gd name="csX1" fmla="*/ 12186355 w 12186355"/>
              <a:gd name="csY1" fmla="*/ 0 h 6854824"/>
              <a:gd name="csX2" fmla="*/ 12186355 w 12186355"/>
              <a:gd name="csY2" fmla="*/ 454025 h 6854824"/>
              <a:gd name="csX3" fmla="*/ 4798004 w 12186355"/>
              <a:gd name="csY3" fmla="*/ 454025 h 6854824"/>
              <a:gd name="csX4" fmla="*/ 4798004 w 12186355"/>
              <a:gd name="csY4" fmla="*/ 6397625 h 6854824"/>
              <a:gd name="csX5" fmla="*/ 12186355 w 12186355"/>
              <a:gd name="csY5" fmla="*/ 6397625 h 6854824"/>
              <a:gd name="csX6" fmla="*/ 12186355 w 12186355"/>
              <a:gd name="csY6" fmla="*/ 6854824 h 6854824"/>
              <a:gd name="csX7" fmla="*/ 0 w 12186355"/>
              <a:gd name="csY7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5" h="6854824">
                <a:moveTo>
                  <a:pt x="0" y="0"/>
                </a:moveTo>
                <a:lnTo>
                  <a:pt x="12186355" y="0"/>
                </a:lnTo>
                <a:lnTo>
                  <a:pt x="12186355" y="454025"/>
                </a:lnTo>
                <a:lnTo>
                  <a:pt x="4798004" y="454025"/>
                </a:lnTo>
                <a:lnTo>
                  <a:pt x="4798004" y="6397625"/>
                </a:lnTo>
                <a:lnTo>
                  <a:pt x="12186355" y="6397625"/>
                </a:lnTo>
                <a:lnTo>
                  <a:pt x="1218635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3886198" cy="45139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199" y="5425200"/>
            <a:ext cx="3886200" cy="9756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BD2E1884-4CA3-F14A-A3FE-9D94D32D34BF}" type="datetime1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096000" y="76202"/>
            <a:ext cx="6019800" cy="365124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B516699-87B0-CAF3-CAD8-AA40FF750A2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94950" y="457200"/>
            <a:ext cx="7388352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820400" y="6416675"/>
            <a:ext cx="1295400" cy="365125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495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A396DB-37C9-E6F8-96EC-A98E709036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0 w 12186353"/>
              <a:gd name="csY0" fmla="*/ 6854824 h 6854824"/>
              <a:gd name="csX1" fmla="*/ 12186353 w 12186353"/>
              <a:gd name="csY1" fmla="*/ 6854824 h 6854824"/>
              <a:gd name="csX2" fmla="*/ 12186353 w 12186353"/>
              <a:gd name="csY2" fmla="*/ 0 h 6854824"/>
              <a:gd name="csX3" fmla="*/ 0 w 12186353"/>
              <a:gd name="csY3" fmla="*/ 0 h 6854824"/>
              <a:gd name="csX4" fmla="*/ 0 w 12186353"/>
              <a:gd name="csY4" fmla="*/ 457198 h 6854824"/>
              <a:gd name="csX5" fmla="*/ 7418624 w 12186353"/>
              <a:gd name="csY5" fmla="*/ 457198 h 6854824"/>
              <a:gd name="csX6" fmla="*/ 7418624 w 12186353"/>
              <a:gd name="csY6" fmla="*/ 6400798 h 6854824"/>
              <a:gd name="csX7" fmla="*/ 0 w 12186353"/>
              <a:gd name="csY7" fmla="*/ 6400798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4">
                <a:moveTo>
                  <a:pt x="0" y="6854824"/>
                </a:moveTo>
                <a:lnTo>
                  <a:pt x="12186353" y="6854824"/>
                </a:lnTo>
                <a:lnTo>
                  <a:pt x="12186353" y="0"/>
                </a:lnTo>
                <a:lnTo>
                  <a:pt x="0" y="0"/>
                </a:lnTo>
                <a:lnTo>
                  <a:pt x="0" y="457198"/>
                </a:lnTo>
                <a:lnTo>
                  <a:pt x="7418624" y="457198"/>
                </a:lnTo>
                <a:lnTo>
                  <a:pt x="7418624" y="6400798"/>
                </a:lnTo>
                <a:lnTo>
                  <a:pt x="0" y="6400798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8702" y="1856835"/>
            <a:ext cx="3816098" cy="30482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8702" y="5362310"/>
            <a:ext cx="3816098" cy="102676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DCB9363-2EBD-E747-A181-1D3A08C65245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29ACD8CA-973C-C07A-B4B5-1C33BD6267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457200"/>
            <a:ext cx="7424272" cy="59436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96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1CBD8CA-F53F-CFB6-D102-6C4CA833B8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8229600" cy="54146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5943599"/>
            <a:ext cx="10896600" cy="461681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87593"/>
            <a:ext cx="914400" cy="365125"/>
          </a:xfrm>
        </p:spPr>
        <p:txBody>
          <a:bodyPr/>
          <a:lstStyle/>
          <a:p>
            <a:fld id="{A43625EB-9CE7-FE4A-962B-ADA6590F06B0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10395" y="87593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643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7588" y="457200"/>
            <a:ext cx="8723871" cy="4419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7100" y="5483226"/>
            <a:ext cx="5257800" cy="917574"/>
          </a:xfrm>
        </p:spPr>
        <p:txBody>
          <a:bodyPr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0F305-9E38-2F43-A154-0A13A54C557F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353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DDDC27D1-1506-B7FD-BBD8-570878A44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80952" cy="6277097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5354" y="457200"/>
            <a:ext cx="3439445" cy="2971800"/>
          </a:xfrm>
        </p:spPr>
        <p:txBody>
          <a:bodyPr anchor="t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58CAE-C0F2-B346-BD4B-417B70F2F6EB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4788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B2BFDAB-1042-6B32-CEEF-4E400B77CF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3174"/>
            <a:ext cx="12192002" cy="6854824"/>
          </a:xfrm>
          <a:custGeom>
            <a:avLst/>
            <a:gdLst>
              <a:gd name="csX0" fmla="*/ 0 w 5650525"/>
              <a:gd name="csY0" fmla="*/ 0 h 6854824"/>
              <a:gd name="csX1" fmla="*/ 5650525 w 5650525"/>
              <a:gd name="csY1" fmla="*/ 0 h 6854824"/>
              <a:gd name="csX2" fmla="*/ 5650525 w 5650525"/>
              <a:gd name="csY2" fmla="*/ 6854824 h 6854824"/>
              <a:gd name="csX3" fmla="*/ 0 w 5650525"/>
              <a:gd name="csY3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650525" h="6854824">
                <a:moveTo>
                  <a:pt x="0" y="0"/>
                </a:moveTo>
                <a:lnTo>
                  <a:pt x="5650525" y="0"/>
                </a:lnTo>
                <a:lnTo>
                  <a:pt x="565052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7845553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51EF5BDB-72C5-6C45-B365-DB2A3AA7E4EB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77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515063-D727-8995-60D3-02623A7C2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9982201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FF6B260B-9C30-8041-A127-55431CED219C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2209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0E223EA-E781-514C-FE24-98349C5AF9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6386732"/>
              <a:gd name="csY0" fmla="*/ 0 h 6858000"/>
              <a:gd name="csX1" fmla="*/ 6386732 w 6386732"/>
              <a:gd name="csY1" fmla="*/ 0 h 6858000"/>
              <a:gd name="csX2" fmla="*/ 6386732 w 6386732"/>
              <a:gd name="csY2" fmla="*/ 6858000 h 6858000"/>
              <a:gd name="csX3" fmla="*/ 0 w 6386732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386732" h="6858000">
                <a:moveTo>
                  <a:pt x="0" y="0"/>
                </a:moveTo>
                <a:lnTo>
                  <a:pt x="6386732" y="0"/>
                </a:lnTo>
                <a:lnTo>
                  <a:pt x="638673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457200"/>
            <a:ext cx="4800600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FE14-963B-F240-A047-D4733954729E}" type="datetime1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34200" y="3455158"/>
            <a:ext cx="4800600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4597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6842E55-F2D0-924E-CEFB-721E6B52AA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718468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70E42-D83C-0945-8790-6453F9081E20}" type="datetime1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8718468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2496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FEFDED5-938A-286B-8D7B-122F48C83F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457200 h 6858000"/>
              <a:gd name="csX3" fmla="*/ 5715000 w 12192000"/>
              <a:gd name="csY3" fmla="*/ 457200 h 6858000"/>
              <a:gd name="csX4" fmla="*/ 5715000 w 12192000"/>
              <a:gd name="csY4" fmla="*/ 6400800 h 6858000"/>
              <a:gd name="csX5" fmla="*/ 12192000 w 12192000"/>
              <a:gd name="csY5" fmla="*/ 640080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457200"/>
                </a:lnTo>
                <a:lnTo>
                  <a:pt x="5715000" y="457200"/>
                </a:lnTo>
                <a:lnTo>
                  <a:pt x="5715000" y="6400800"/>
                </a:lnTo>
                <a:lnTo>
                  <a:pt x="12192000" y="640080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4800600" cy="2540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4B53C-24D5-7E4A-A014-94F398D5C635}" type="datetime1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4800601" cy="2945642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F711452-E8CD-4198-878F-62016D1DDA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15000" y="457200"/>
            <a:ext cx="6480048" cy="5943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4273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04AEF0-FD49-9901-2650-A660E32BBD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1559CC2E-67E0-CD45-1923-3D29474D2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510298"/>
            <a:ext cx="4800600" cy="3381766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3D06D-70B8-D14B-A67C-9271374366C3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EBA0937-B41B-914E-2AAC-46E2E3534AD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934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0880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6C589F9-B5E9-4B33-8105-9AC2FFA5989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CB78262B-02D6-47C9-67D0-07D0F3357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08537"/>
            <a:ext cx="4800600" cy="2983527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E1D74-C13D-F14A-9B9E-EB7933559C88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DBB5A5D-0276-D53B-63DA-FE8A52528AC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5695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84CEF6-557E-9804-CC9A-89809A5FF7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00200"/>
            <a:ext cx="3657600" cy="365760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04FB7707-CCB1-0246-9925-E5DB223369A7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847EA967-03AF-58FD-4A3C-C4F2DD0449F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1600200"/>
            <a:ext cx="5565663" cy="3657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075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0BAAE26-8B0A-A488-121D-8BF5642E9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AE76B46A-8201-CC4A-8088-50255B4B9D0D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386993"/>
            <a:ext cx="6629400" cy="4083579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6758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0960BFB7-1A46-3D6C-10AE-175CE77B8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0F2D9860-67F8-974D-8794-2C5A1B3DA504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050111"/>
            <a:ext cx="6629400" cy="4940661"/>
          </a:xfrm>
        </p:spPr>
        <p:txBody>
          <a:bodyPr anchor="ctr"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6048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DB91743-0D30-2350-EB44-06EFA20D9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8351A969-2D26-4F49-AF79-EF4D76632F71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02E3AAFD-6A60-1D0B-28FF-0B5CB92D6A3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457200"/>
            <a:ext cx="6629400" cy="5943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201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D313C0D-237C-145D-6D99-0704931ED3D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3827047 w 12186352"/>
              <a:gd name="csY3" fmla="*/ 454026 h 6854823"/>
              <a:gd name="csX4" fmla="*/ 3827047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3827047" y="454026"/>
                </a:lnTo>
                <a:lnTo>
                  <a:pt x="3827047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102" y="457200"/>
            <a:ext cx="2887123" cy="2514601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83FCCD6-08E9-5F43-B78A-D6D06FA7D888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983E9A5C-C933-60D2-BA0B-5D63E2467D6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102" y="3429000"/>
            <a:ext cx="2887123" cy="29717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74DB69AA-A231-8C00-D853-CD5E094B06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32696" y="457200"/>
            <a:ext cx="8359305" cy="59436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799"/>
            <a:ext cx="1295400" cy="381001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01073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314FBE-6941-996E-732C-BE9042D03FA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4568825 h 6854823"/>
              <a:gd name="csX2" fmla="*/ 11729151 w 12186352"/>
              <a:gd name="csY2" fmla="*/ 4568825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4568825"/>
                </a:lnTo>
                <a:lnTo>
                  <a:pt x="11729151" y="4568825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029201"/>
            <a:ext cx="3810000" cy="13716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752D2-CCDE-DA48-AA88-B770548F7575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4D0830D9-CC27-C2C3-C727-D0E6E595B28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4114799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751" y="5029200"/>
            <a:ext cx="7016048" cy="13716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4609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CB3BA5-C3CC-30C6-920A-AFE4D14AF26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8" y="3177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3 h 6854823"/>
              <a:gd name="csX5" fmla="*/ 4761059 w 12186352"/>
              <a:gd name="csY5" fmla="*/ 6397623 h 6854823"/>
              <a:gd name="csX6" fmla="*/ 4761059 w 12186352"/>
              <a:gd name="csY6" fmla="*/ 454023 h 6854823"/>
              <a:gd name="csX7" fmla="*/ 12186352 w 12186352"/>
              <a:gd name="csY7" fmla="*/ 4540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3"/>
                </a:lnTo>
                <a:lnTo>
                  <a:pt x="4761059" y="6397623"/>
                </a:lnTo>
                <a:lnTo>
                  <a:pt x="4761059" y="454023"/>
                </a:lnTo>
                <a:lnTo>
                  <a:pt x="12186352" y="4540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B804614-19A7-C141-7231-844689471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0964" y="457200"/>
            <a:ext cx="3843837" cy="1710063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0915B74-DE73-85C6-5754-84F12F96E92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1000"/>
          </a:xfrm>
        </p:spPr>
        <p:txBody>
          <a:bodyPr/>
          <a:lstStyle/>
          <a:p>
            <a:fld id="{2E2458BC-FE32-0A45-9DD7-ED7D64447D19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AF0EABC9-86BA-DDCF-A091-AB6C3E9C93F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404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4F324D2-4F52-DFB7-CF7C-C3182974B46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C8445A35-FB03-D828-D87E-A268F3E1E0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90964" y="2624462"/>
            <a:ext cx="3843837" cy="3776337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C5C69391-C5F6-E4C0-A8D2-D378757ACC4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942156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78C312-FD23-D608-5B72-5DB43989560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4755412 w 12186352"/>
              <a:gd name="csY3" fmla="*/ 454026 h 6854823"/>
              <a:gd name="csX4" fmla="*/ 4755412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4755412" y="454026"/>
                </a:lnTo>
                <a:lnTo>
                  <a:pt x="4755412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3714" cy="171006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1000"/>
          </a:xfrm>
        </p:spPr>
        <p:txBody>
          <a:bodyPr/>
          <a:lstStyle/>
          <a:p>
            <a:fld id="{1233975F-0E53-0840-98CD-E03B319E6BC3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799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04AEB09-C22F-E34F-DEF8-A875003EEE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621290"/>
            <a:ext cx="3813714" cy="377951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B255439D-9DD5-19F0-DFF1-101A9899DF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06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621748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5DD87899-462F-D06B-5D64-3ED065B39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9060" y="457200"/>
            <a:ext cx="4735740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634F943B-FBB0-AD70-5392-FF1249A8D9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D0CA20AB-D25D-704E-83C3-6B013E02E645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53A7B337-CA3D-E1B0-7039-CA1FCFDEE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799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805F337F-4512-E680-8F5A-95C1812826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C68F33D8-4565-CA0E-DF2E-27FBE006F91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99060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A52E7D2F-742D-CB2D-2766-5AF678F3B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399" y="6400800"/>
            <a:ext cx="1295399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4019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2693257-E100-0525-B4C7-8CA750535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860" y="457200"/>
            <a:ext cx="4796699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1" cy="380999"/>
          </a:xfrm>
        </p:spPr>
        <p:txBody>
          <a:bodyPr/>
          <a:lstStyle/>
          <a:p>
            <a:fld id="{B31F77D0-31D8-5446-A1F3-FE6147C324EC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2"/>
            <a:ext cx="6019800" cy="38099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EAC9A1BA-A83A-E476-1A91-3DB0B544DF3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835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90998F5-C9FB-EC52-B802-B62AA63E426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9976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400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19573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E46F2B-72CE-C947-0021-F34244B4344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3654426 h 6854823"/>
              <a:gd name="csX2" fmla="*/ 11729151 w 12186352"/>
              <a:gd name="csY2" fmla="*/ 3654426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3654426"/>
                </a:lnTo>
                <a:lnTo>
                  <a:pt x="11729151" y="3654426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111624"/>
            <a:ext cx="3219343" cy="228917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5CF00-6C05-B849-B141-54CC9A394B3C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5CCD5774-AB2C-F489-2BCD-75A5731FA85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32004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8092" y="4111624"/>
            <a:ext cx="7606708" cy="228917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2388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4D3EA0-3FE9-3CAB-830E-268B27509F7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3638875 h 6854823"/>
              <a:gd name="csX1" fmla="*/ 451551 w 12186352"/>
              <a:gd name="csY1" fmla="*/ 438477 h 6854823"/>
              <a:gd name="csX2" fmla="*/ 11729151 w 12186352"/>
              <a:gd name="csY2" fmla="*/ 438477 h 6854823"/>
              <a:gd name="csX3" fmla="*/ 11729151 w 12186352"/>
              <a:gd name="csY3" fmla="*/ 3638875 h 6854823"/>
              <a:gd name="csX4" fmla="*/ 0 w 12186352"/>
              <a:gd name="csY4" fmla="*/ 6854823 h 6854823"/>
              <a:gd name="csX5" fmla="*/ 12186352 w 12186352"/>
              <a:gd name="csY5" fmla="*/ 6854823 h 6854823"/>
              <a:gd name="csX6" fmla="*/ 12186352 w 12186352"/>
              <a:gd name="csY6" fmla="*/ 0 h 6854823"/>
              <a:gd name="csX7" fmla="*/ 0 w 12186352"/>
              <a:gd name="csY7" fmla="*/ 0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3638875"/>
                </a:moveTo>
                <a:lnTo>
                  <a:pt x="451551" y="438477"/>
                </a:lnTo>
                <a:lnTo>
                  <a:pt x="11729151" y="438477"/>
                </a:lnTo>
                <a:lnTo>
                  <a:pt x="11729151" y="3638875"/>
                </a:lnTo>
                <a:close/>
                <a:moveTo>
                  <a:pt x="0" y="6854823"/>
                </a:moveTo>
                <a:lnTo>
                  <a:pt x="12186352" y="6854823"/>
                </a:lnTo>
                <a:lnTo>
                  <a:pt x="12186352" y="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200400" cy="230789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1000"/>
          </a:xfrm>
        </p:spPr>
        <p:txBody>
          <a:bodyPr/>
          <a:lstStyle/>
          <a:p>
            <a:fld id="{66499679-3EA0-9342-AF62-C5FAA18B6EFA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FAF7E276-884D-AF00-1E18-715F56A8A90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22370" y="457200"/>
            <a:ext cx="7612430" cy="23078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B1DE11C5-B5A8-F8F8-2A43-C0C9580263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3219122"/>
            <a:ext cx="11277600" cy="3200398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76501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268A4B-F698-5EDC-1790-BA10F89CD8F3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6 h 6854823"/>
              <a:gd name="csX5" fmla="*/ 7467253 w 12186352"/>
              <a:gd name="csY5" fmla="*/ 6397626 h 6854823"/>
              <a:gd name="csX6" fmla="*/ 7467253 w 12186352"/>
              <a:gd name="csY6" fmla="*/ 454025 h 6854823"/>
              <a:gd name="csX7" fmla="*/ 12186352 w 12186352"/>
              <a:gd name="csY7" fmla="*/ 454025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6"/>
                </a:lnTo>
                <a:lnTo>
                  <a:pt x="7467253" y="6397626"/>
                </a:lnTo>
                <a:lnTo>
                  <a:pt x="7467253" y="454025"/>
                </a:lnTo>
                <a:lnTo>
                  <a:pt x="12186352" y="454025"/>
                </a:lnTo>
                <a:close/>
              </a:path>
            </a:pathLst>
          </a:cu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93B9DEC9-1D26-F04D-4F91-7BE751BC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949" y="457199"/>
            <a:ext cx="6552851" cy="1555845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8">
            <a:extLst>
              <a:ext uri="{FF2B5EF4-FFF2-40B4-BE49-F238E27FC236}">
                <a16:creationId xmlns:a16="http://schemas.microsoft.com/office/drawing/2014/main" id="{1E168D7B-B77A-72AC-AA72-64FBAA8D378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8"/>
          </a:xfrm>
        </p:spPr>
        <p:txBody>
          <a:bodyPr/>
          <a:lstStyle/>
          <a:p>
            <a:fld id="{3C97155C-DE68-4440-8202-CC9478E27F07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6" name="Footer Placeholder 9">
            <a:extLst>
              <a:ext uri="{FF2B5EF4-FFF2-40B4-BE49-F238E27FC236}">
                <a16:creationId xmlns:a16="http://schemas.microsoft.com/office/drawing/2014/main" id="{4014B883-B832-AE53-6858-8E25B13C5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CC1B439C-57E0-A299-9A98-A81BFA738C8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7D22B98A-40DC-D510-5762-8D7E05344E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949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Slide Number Placeholder 11">
            <a:extLst>
              <a:ext uri="{FF2B5EF4-FFF2-40B4-BE49-F238E27FC236}">
                <a16:creationId xmlns:a16="http://schemas.microsoft.com/office/drawing/2014/main" id="{7CA11211-0281-DD36-148E-3ABC6374978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0486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4C1286-F0A1-DDC1-4A24-85A9D3462CB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5 h 6854823"/>
              <a:gd name="csX3" fmla="*/ 7461604 w 12186352"/>
              <a:gd name="csY3" fmla="*/ 454025 h 6854823"/>
              <a:gd name="csX4" fmla="*/ 7461604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5"/>
                </a:lnTo>
                <a:lnTo>
                  <a:pt x="7461604" y="454025"/>
                </a:lnTo>
                <a:lnTo>
                  <a:pt x="7461604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7F3BC77-0C60-6C24-E5FE-6B80D4812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6549553" cy="1549495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2B9DA8F7-1BE7-954A-B654-92996DBA4E86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0A2831D-F063-09A6-A707-24AC43E312D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3902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13">
            <a:extLst>
              <a:ext uri="{FF2B5EF4-FFF2-40B4-BE49-F238E27FC236}">
                <a16:creationId xmlns:a16="http://schemas.microsoft.com/office/drawing/2014/main" id="{FEC7CBEB-1BF7-2607-DBAA-531A9067F8B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467253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091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1A7354-C3D2-8AD8-40DE-4E850BDFCC68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6533074 w 12186352"/>
              <a:gd name="csY0" fmla="*/ 1858587 h 6854823"/>
              <a:gd name="csX1" fmla="*/ 6533074 w 12186352"/>
              <a:gd name="csY1" fmla="*/ 6397626 h 6854823"/>
              <a:gd name="csX2" fmla="*/ 3 w 12186352"/>
              <a:gd name="csY2" fmla="*/ 6397626 h 6854823"/>
              <a:gd name="csX3" fmla="*/ 3 w 12186352"/>
              <a:gd name="csY3" fmla="*/ 1858587 h 6854823"/>
              <a:gd name="csX4" fmla="*/ 12186352 w 12186352"/>
              <a:gd name="csY4" fmla="*/ 0 h 6854823"/>
              <a:gd name="csX5" fmla="*/ 0 w 12186352"/>
              <a:gd name="csY5" fmla="*/ 0 h 6854823"/>
              <a:gd name="csX6" fmla="*/ 0 w 12186352"/>
              <a:gd name="csY6" fmla="*/ 6854823 h 6854823"/>
              <a:gd name="csX7" fmla="*/ 12186352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6533074" y="1858587"/>
                </a:moveTo>
                <a:lnTo>
                  <a:pt x="6533074" y="6397626"/>
                </a:lnTo>
                <a:lnTo>
                  <a:pt x="3" y="6397626"/>
                </a:lnTo>
                <a:lnTo>
                  <a:pt x="3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E2067BC-DC4F-D794-A7F8-65900B793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1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1FAF02C-8E8E-0257-0307-15E6853700F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5447FF96-6068-D045-B983-6A2E1F44124F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12F6119E-6325-71C5-AFDB-160A100A21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DAF060C4-6682-AB70-5937-47DB8276FDC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4E3FB443-D4CA-E6C5-2187-4A649A47F28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7" y="1861761"/>
            <a:ext cx="6533071" cy="4539039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39D0113-D166-6E44-FF30-39C61CD1379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33951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ABB22AD-DA7B-73AE-1F66-31345119900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315201 w 12186352"/>
              <a:gd name="csY0" fmla="*/ 1858587 h 6854823"/>
              <a:gd name="csX1" fmla="*/ 7315201 w 12186352"/>
              <a:gd name="csY1" fmla="*/ 6397626 h 6854823"/>
              <a:gd name="csX2" fmla="*/ 2 w 12186352"/>
              <a:gd name="csY2" fmla="*/ 6397626 h 6854823"/>
              <a:gd name="csX3" fmla="*/ 2 w 12186352"/>
              <a:gd name="csY3" fmla="*/ 1858587 h 6854823"/>
              <a:gd name="csX4" fmla="*/ 457201 w 12186352"/>
              <a:gd name="csY4" fmla="*/ 1858587 h 6854823"/>
              <a:gd name="csX5" fmla="*/ 6533074 w 12186352"/>
              <a:gd name="csY5" fmla="*/ 1858587 h 6854823"/>
              <a:gd name="csX6" fmla="*/ 12186352 w 12186352"/>
              <a:gd name="csY6" fmla="*/ 0 h 6854823"/>
              <a:gd name="csX7" fmla="*/ 0 w 12186352"/>
              <a:gd name="csY7" fmla="*/ 0 h 6854823"/>
              <a:gd name="csX8" fmla="*/ 0 w 12186352"/>
              <a:gd name="csY8" fmla="*/ 6854823 h 6854823"/>
              <a:gd name="csX9" fmla="*/ 12186352 w 12186352"/>
              <a:gd name="csY9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2186352" h="6854823">
                <a:moveTo>
                  <a:pt x="7315201" y="1858587"/>
                </a:moveTo>
                <a:lnTo>
                  <a:pt x="7315201" y="6397626"/>
                </a:lnTo>
                <a:lnTo>
                  <a:pt x="2" y="6397626"/>
                </a:lnTo>
                <a:lnTo>
                  <a:pt x="2" y="1858587"/>
                </a:lnTo>
                <a:lnTo>
                  <a:pt x="457201" y="1858587"/>
                </a:lnTo>
                <a:lnTo>
                  <a:pt x="6533074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FFB7B32-3B46-FEC3-8857-8E1A162E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7349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C195F3F8-9E31-7F42-8188-F6043F071A39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5999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1861761"/>
            <a:ext cx="3886199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9BB8F855-8399-5C2F-8FFE-3445E6ACC13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76800" y="1861761"/>
            <a:ext cx="7315199" cy="4539039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0510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7870277-9BEA-773F-5ABC-0478C95CF73B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6854823 h 6854823"/>
              <a:gd name="csX3" fmla="*/ 0 w 12186352"/>
              <a:gd name="csY3" fmla="*/ 6854823 h 6854823"/>
              <a:gd name="csX4" fmla="*/ 0 w 12186352"/>
              <a:gd name="csY4" fmla="*/ 6377154 h 6854823"/>
              <a:gd name="csX5" fmla="*/ 6527422 w 12186352"/>
              <a:gd name="csY5" fmla="*/ 6377154 h 6854823"/>
              <a:gd name="csX6" fmla="*/ 6527422 w 12186352"/>
              <a:gd name="csY6" fmla="*/ 1858587 h 6854823"/>
              <a:gd name="csX7" fmla="*/ 0 w 12186352"/>
              <a:gd name="csY7" fmla="*/ 1858587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lnTo>
                  <a:pt x="0" y="6377154"/>
                </a:lnTo>
                <a:lnTo>
                  <a:pt x="6527422" y="6377154"/>
                </a:lnTo>
                <a:lnTo>
                  <a:pt x="6527422" y="1858587"/>
                </a:lnTo>
                <a:lnTo>
                  <a:pt x="0" y="1858587"/>
                </a:lnTo>
                <a:close/>
              </a:path>
            </a:pathLst>
          </a:cu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5CBF9ED-624B-FB83-6E83-BB42410F2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2"/>
            <a:ext cx="11277597" cy="914400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AE8BA31F-10E3-B74C-A113-9DB8A6700F67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1" y="76201"/>
            <a:ext cx="6019798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9BCDC3DB-8BBB-CC92-23DB-44BEC6BD61F7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1861761"/>
            <a:ext cx="6533071" cy="4518567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C7B1CAB-4A9F-B8E9-3C1E-15C58564C1F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9027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744199" y="6400800"/>
            <a:ext cx="13715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97621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D7B64117-148B-10E8-7721-A4C85F0BD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1" y="457200"/>
            <a:ext cx="7254240" cy="1173708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CACEC350-F243-8E48-2F30-905D6999D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0999"/>
          </a:xfrm>
        </p:spPr>
        <p:txBody>
          <a:bodyPr/>
          <a:lstStyle/>
          <a:p>
            <a:fld id="{3596BBB1-49AB-C544-9861-84EE6CF53403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693FD3A5-45B7-3678-FCC8-1AA49237E7B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90E31D68-951A-2336-5424-6671B2E929A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679495B1-3D42-5CC6-1177-BBB5CCDEF14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05F3D1FB-5F83-6976-2FDE-42146116FF0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386116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0E5C046-40A5-D694-E725-EA0ABE0B8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199"/>
            <a:ext cx="7254239" cy="1173712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0"/>
            <a:ext cx="1295400" cy="380999"/>
          </a:xfrm>
        </p:spPr>
        <p:txBody>
          <a:bodyPr/>
          <a:lstStyle/>
          <a:p>
            <a:fld id="{9D50FFC8-0737-944F-9B20-403A2248B3E7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4E5FB0DF-C175-C1BD-BDD9-3536A2F7E4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7C20B94A-DE1D-8112-79D8-ADD778F243A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6864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56400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160961-81A4-744C-57F0-3A91AB73281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5029200" cy="1519083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5DA7B-3D23-9747-B64E-78D5DD68C6C7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802CE9A6-F23E-1299-6CEA-8B0DBFBE20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357283"/>
            <a:ext cx="5029199" cy="4043516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457200"/>
            <a:ext cx="5638799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61156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292B07A-D9A0-38E9-B941-74C38124D59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3716844" cy="191994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040DD-291F-D14A-B0CD-056B01183946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15A2C62-B33D-41E9-D363-2E5B5EC4C67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743200"/>
            <a:ext cx="3716845" cy="3657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4399" y="457201"/>
            <a:ext cx="7010401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7917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DD16EBF9-B68A-0B06-1D11-8A73C8F97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49242"/>
            <a:ext cx="5638800" cy="105155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20AA6F4-6FEB-A645-BC84-8FD86BB56A56}" type="datetime1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FC49D795-05CD-88A6-65D2-CE59AB098CD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7517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362229AA-0D53-41CE-F2F6-A43A58F4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2"/>
            <a:ext cx="5638800" cy="106679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19C1F0A-369C-694C-9034-23649A99EDDB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2685CAE8-3040-D343-9736-69ED07ADEE2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9267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AC97C7-C18C-1AFB-595D-1164216CB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0" y="457200"/>
            <a:ext cx="2743200" cy="5943600"/>
          </a:xfrm>
        </p:spPr>
        <p:txBody>
          <a:bodyPr anchor="ctr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5CB68B-3B3F-204E-812A-7CA74DAAFECC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794CDEE-6628-D8C2-4DD7-A2AF2B148E2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762000"/>
            <a:ext cx="8077200" cy="5943600"/>
          </a:xfrm>
        </p:spPr>
        <p:txBody>
          <a:bodyPr anchor="ctr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754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3A025-A5F8-BC41-857C-074A129970DD}" type="datetime1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8389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1A02B-DBB0-A046-81B0-FEDCAC57CE71}" type="datetime1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4194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2E1041-C021-CE4A-9D2F-9EE16EB193AE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2047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598" y="457200"/>
            <a:ext cx="2743200" cy="59436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19110DB-B309-8C4D-B2B7-2B6318BF3864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F2B13095-060E-7C64-69EA-E7821D5019E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t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90258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937084"/>
            <a:ext cx="9144000" cy="4663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CCD263F-17D1-DD49-AE75-3B385E0CFFA9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58A7DA2E-06EC-D8CE-ACE3-28D98B5AC2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4572"/>
            <a:ext cx="11277600" cy="5417308"/>
          </a:xfrm>
        </p:spPr>
        <p:txBody>
          <a:bodyPr anchor="b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54094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0" y="457200"/>
            <a:ext cx="2971800" cy="5946228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664374B-BFF6-3C4D-A435-E85D19EC7285}" type="datetime1">
              <a:rPr lang="en-US" smtClean="0"/>
              <a:t>5/11/2026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D97FB3-18C6-51BD-4179-B642A2A709C5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ctr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8563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5431640-8AD9-CB9D-CC0B-964AF3B74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1"/>
            <a:ext cx="11277598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4FF47-482A-5A42-BC2B-D17760A60D7C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1825624"/>
            <a:ext cx="5230495" cy="4575175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4307" y="1825625"/>
            <a:ext cx="5230493" cy="457517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78961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CDF3CAC-6CE7-7E83-9091-EB44FB9BB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0A138-5AFC-9A4D-A014-96125C4D80CC}" type="datetime1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3847"/>
            <a:ext cx="5227320" cy="354857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286000"/>
            <a:ext cx="522763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1381" y="1823847"/>
            <a:ext cx="5233417" cy="35485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1092" y="2286000"/>
            <a:ext cx="523370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5900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F1EA9-87CF-8343-9776-D1D52A179B2E}" type="datetime1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2724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9506F-D76B-DF43-A96B-B8A73BD734D5}" type="datetime1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94254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B8EF09-85B4-2CB8-82A3-EECAE01D45AD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3810000" cy="16764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7B30-84C4-E14A-AD9D-99C744B58D2B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458616"/>
            <a:ext cx="3810000" cy="3942184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0" y="457200"/>
            <a:ext cx="6934200" cy="5943600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defRPr lang="en-US" b="0" dirty="0"/>
            </a:lvl1pPr>
            <a:lvl2pPr>
              <a:spcBef>
                <a:spcPts val="0"/>
              </a:spcBef>
              <a:defRPr lang="en-US" dirty="0"/>
            </a:lvl2pPr>
            <a:lvl3pPr>
              <a:spcBef>
                <a:spcPts val="0"/>
              </a:spcBef>
              <a:defRPr lang="en-US" dirty="0"/>
            </a:lvl3pPr>
            <a:lvl4pPr>
              <a:spcBef>
                <a:spcPts val="0"/>
              </a:spcBef>
              <a:defRPr lang="en-US" dirty="0"/>
            </a:lvl4pPr>
            <a:lvl5pPr>
              <a:spcBef>
                <a:spcPts val="0"/>
              </a:spcBef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99129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0935E8B-BB8A-9B48-4EC5-768D5E3A1DD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467602 w 12186353"/>
              <a:gd name="csY0" fmla="*/ 454026 h 6854823"/>
              <a:gd name="csX1" fmla="*/ 7467602 w 12186353"/>
              <a:gd name="csY1" fmla="*/ 6397626 h 6854823"/>
              <a:gd name="csX2" fmla="*/ 457203 w 12186353"/>
              <a:gd name="csY2" fmla="*/ 6397626 h 6854823"/>
              <a:gd name="csX3" fmla="*/ 457203 w 12186353"/>
              <a:gd name="csY3" fmla="*/ 454026 h 6854823"/>
              <a:gd name="csX4" fmla="*/ 12186353 w 12186353"/>
              <a:gd name="csY4" fmla="*/ 0 h 6854823"/>
              <a:gd name="csX5" fmla="*/ 0 w 12186353"/>
              <a:gd name="csY5" fmla="*/ 0 h 6854823"/>
              <a:gd name="csX6" fmla="*/ 0 w 12186353"/>
              <a:gd name="csY6" fmla="*/ 6854823 h 6854823"/>
              <a:gd name="csX7" fmla="*/ 12186353 w 12186353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3">
                <a:moveTo>
                  <a:pt x="7467602" y="454026"/>
                </a:moveTo>
                <a:lnTo>
                  <a:pt x="7467602" y="6397626"/>
                </a:lnTo>
                <a:lnTo>
                  <a:pt x="457203" y="6397626"/>
                </a:lnTo>
                <a:lnTo>
                  <a:pt x="457203" y="454026"/>
                </a:lnTo>
                <a:close/>
                <a:moveTo>
                  <a:pt x="12186353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3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0000" cy="29718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B2B00D-D41F-AF4D-9311-8F7464F57478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810000"/>
            <a:ext cx="3810000" cy="25908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D567F4A-97DA-0A34-ED21-0C003CA8AF5F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724400" y="457200"/>
            <a:ext cx="7010399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17170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087CE1-ACE0-D6A3-D3B7-DF95BF559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8305801" cy="29718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1D72C-8184-5840-B481-389540A01A17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8" y="3733800"/>
            <a:ext cx="11277599" cy="266699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2125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DF1DC1-62BC-8F1C-64E5-A5FBEAB8F4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5638799" cy="297180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2C1FE-0BA1-514C-8495-D43A7528783D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3810000"/>
            <a:ext cx="8382000" cy="2590800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sz="200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sz="200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sz="200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0176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397474"/>
      </p:ext>
    </p:extLst>
  </p:cSld>
  <p:clrMapOvr>
    <a:masterClrMapping/>
  </p:clrMapOvr>
  <p:hf sldNum="0" hdr="0" ftr="0" dt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036732"/>
      </p:ext>
    </p:extLst>
  </p:cSld>
  <p:clrMapOvr>
    <a:masterClrMapping/>
  </p:clrMapOvr>
  <p:hf sldNum="0" hdr="0" ftr="0" dt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599690"/>
      </p:ext>
    </p:extLst>
  </p:cSld>
  <p:clrMapOvr>
    <a:masterClrMapping/>
  </p:clrMapOvr>
  <p:hf sldNum="0" hdr="0" ftr="0" dt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388331"/>
      </p:ext>
    </p:extLst>
  </p:cSld>
  <p:clrMapOvr>
    <a:masterClrMapping/>
  </p:clrMapOvr>
  <p:hf sldNum="0" hdr="0" ftr="0" dt="0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82191"/>
      </p:ext>
    </p:extLst>
  </p:cSld>
  <p:clrMapOvr>
    <a:masterClrMapping/>
  </p:clrMapOvr>
  <p:hf sldNum="0" hdr="0" ft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F1EA9-87CF-8343-9776-D1D52A179B2E}" type="datetime1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69399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91679"/>
      </p:ext>
    </p:extLst>
  </p:cSld>
  <p:clrMapOvr>
    <a:masterClrMapping/>
  </p:clrMapOvr>
  <p:hf sldNum="0" hdr="0" ftr="0" dt="0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7B30-84C4-E14A-AD9D-99C744B58D2B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EF9660-540B-FEDB-5CEA-A4B5CEFA065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03062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B2B00D-D41F-AF4D-9311-8F7464F57478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522DAC-54FC-2CA1-FF6F-22D907E451CF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467602 w 12186353"/>
              <a:gd name="csY0" fmla="*/ 454026 h 6854823"/>
              <a:gd name="csX1" fmla="*/ 7467602 w 12186353"/>
              <a:gd name="csY1" fmla="*/ 6397626 h 6854823"/>
              <a:gd name="csX2" fmla="*/ 457203 w 12186353"/>
              <a:gd name="csY2" fmla="*/ 6397626 h 6854823"/>
              <a:gd name="csX3" fmla="*/ 457203 w 12186353"/>
              <a:gd name="csY3" fmla="*/ 454026 h 6854823"/>
              <a:gd name="csX4" fmla="*/ 12186353 w 12186353"/>
              <a:gd name="csY4" fmla="*/ 0 h 6854823"/>
              <a:gd name="csX5" fmla="*/ 0 w 12186353"/>
              <a:gd name="csY5" fmla="*/ 0 h 6854823"/>
              <a:gd name="csX6" fmla="*/ 0 w 12186353"/>
              <a:gd name="csY6" fmla="*/ 6854823 h 6854823"/>
              <a:gd name="csX7" fmla="*/ 12186353 w 12186353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3">
                <a:moveTo>
                  <a:pt x="7467602" y="454026"/>
                </a:moveTo>
                <a:lnTo>
                  <a:pt x="7467602" y="6397626"/>
                </a:lnTo>
                <a:lnTo>
                  <a:pt x="457203" y="6397626"/>
                </a:lnTo>
                <a:lnTo>
                  <a:pt x="457203" y="454026"/>
                </a:lnTo>
                <a:close/>
                <a:moveTo>
                  <a:pt x="12186353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3" y="6854823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62462546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170150"/>
      </p:ext>
    </p:extLst>
  </p:cSld>
  <p:clrMapOvr>
    <a:masterClrMapping/>
  </p:clrMapOvr>
  <p:hf sldNum="0" hdr="0" ftr="0" dt="0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463889"/>
      </p:ext>
    </p:extLst>
  </p:cSld>
  <p:clrMapOvr>
    <a:masterClrMapping/>
  </p:clrMapOvr>
  <p:hf sldNum="0" hdr="0" ft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7062401"/>
      </p:ext>
    </p:extLst>
  </p:cSld>
  <p:clrMapOvr>
    <a:masterClrMapping/>
  </p:clrMapOvr>
  <p:hf sldNum="0" hdr="0" ft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316731"/>
      </p:ext>
    </p:extLst>
  </p:cSld>
  <p:clrMapOvr>
    <a:masterClrMapping/>
  </p:clrMapOvr>
  <p:hf sldNum="0" hdr="0" ftr="0" dt="0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58854409"/>
      </p:ext>
    </p:extLst>
  </p:cSld>
  <p:clrMapOvr>
    <a:masterClrMapping/>
  </p:clrMapOvr>
  <p:hf sldNum="0" hdr="0" ftr="0" dt="0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365865"/>
      </p:ext>
    </p:extLst>
  </p:cSld>
  <p:clrMapOvr>
    <a:masterClrMapping/>
  </p:clrMapOvr>
  <p:hf sldNum="0" hdr="0" ftr="0" dt="0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285359"/>
      </p:ext>
    </p:extLst>
  </p:cSld>
  <p:clrMapOvr>
    <a:masterClrMapping/>
  </p:clrMapOvr>
  <p:hf sldNum="0" hdr="0" ftr="0" dt="0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214775"/>
      </p:ext>
    </p:extLst>
  </p:cSld>
  <p:clrMapOvr>
    <a:masterClrMapping/>
  </p:clrMapOvr>
  <p:hf sldNum="0" hdr="0" ftr="0" dt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0E223EA-E781-514C-FE24-98349C5AF9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6386732"/>
              <a:gd name="csY0" fmla="*/ 0 h 6858000"/>
              <a:gd name="csX1" fmla="*/ 6386732 w 6386732"/>
              <a:gd name="csY1" fmla="*/ 0 h 6858000"/>
              <a:gd name="csX2" fmla="*/ 6386732 w 6386732"/>
              <a:gd name="csY2" fmla="*/ 6858000 h 6858000"/>
              <a:gd name="csX3" fmla="*/ 0 w 6386732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386732" h="6858000">
                <a:moveTo>
                  <a:pt x="0" y="0"/>
                </a:moveTo>
                <a:lnTo>
                  <a:pt x="6386732" y="0"/>
                </a:lnTo>
                <a:lnTo>
                  <a:pt x="638673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457200"/>
            <a:ext cx="4800600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FE14-963B-F240-A047-D4733954729E}" type="datetime1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34200" y="3455158"/>
            <a:ext cx="4800600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755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1.xml"/><Relationship Id="rId13" Type="http://schemas.openxmlformats.org/officeDocument/2006/relationships/slideLayout" Target="../slideLayouts/slideLayout66.xml"/><Relationship Id="rId18" Type="http://schemas.openxmlformats.org/officeDocument/2006/relationships/slideLayout" Target="../slideLayouts/slideLayout71.xml"/><Relationship Id="rId3" Type="http://schemas.openxmlformats.org/officeDocument/2006/relationships/slideLayout" Target="../slideLayouts/slideLayout56.xml"/><Relationship Id="rId7" Type="http://schemas.openxmlformats.org/officeDocument/2006/relationships/slideLayout" Target="../slideLayouts/slideLayout60.xml"/><Relationship Id="rId12" Type="http://schemas.openxmlformats.org/officeDocument/2006/relationships/slideLayout" Target="../slideLayouts/slideLayout65.xml"/><Relationship Id="rId17" Type="http://schemas.openxmlformats.org/officeDocument/2006/relationships/slideLayout" Target="../slideLayouts/slideLayout70.xml"/><Relationship Id="rId2" Type="http://schemas.openxmlformats.org/officeDocument/2006/relationships/slideLayout" Target="../slideLayouts/slideLayout55.xml"/><Relationship Id="rId16" Type="http://schemas.openxmlformats.org/officeDocument/2006/relationships/slideLayout" Target="../slideLayouts/slideLayout69.xml"/><Relationship Id="rId1" Type="http://schemas.openxmlformats.org/officeDocument/2006/relationships/slideLayout" Target="../slideLayouts/slideLayout54.xml"/><Relationship Id="rId6" Type="http://schemas.openxmlformats.org/officeDocument/2006/relationships/slideLayout" Target="../slideLayouts/slideLayout59.xml"/><Relationship Id="rId11" Type="http://schemas.openxmlformats.org/officeDocument/2006/relationships/slideLayout" Target="../slideLayouts/slideLayout64.xml"/><Relationship Id="rId5" Type="http://schemas.openxmlformats.org/officeDocument/2006/relationships/slideLayout" Target="../slideLayouts/slideLayout58.xml"/><Relationship Id="rId15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3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57.xml"/><Relationship Id="rId9" Type="http://schemas.openxmlformats.org/officeDocument/2006/relationships/slideLayout" Target="../slideLayouts/slideLayout62.xml"/><Relationship Id="rId14" Type="http://schemas.openxmlformats.org/officeDocument/2006/relationships/slideLayout" Target="../slideLayouts/slideLayout6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752601"/>
            <a:ext cx="11277599" cy="4648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" y="76201"/>
            <a:ext cx="1447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76201"/>
            <a:ext cx="6019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0400" y="6400800"/>
            <a:ext cx="1295400" cy="381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85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 userDrawn="1">
          <p15:clr>
            <a:srgbClr val="F26B43"/>
          </p15:clr>
        </p15:guide>
        <p15:guide id="24" pos="3840" userDrawn="1">
          <p15:clr>
            <a:srgbClr val="F26B43"/>
          </p15:clr>
        </p15:guide>
        <p15:guide id="31" orient="horz" pos="48" userDrawn="1">
          <p15:clr>
            <a:srgbClr val="F26B43"/>
          </p15:clr>
        </p15:guide>
        <p15:guide id="32" orient="horz" pos="4272" userDrawn="1">
          <p15:clr>
            <a:srgbClr val="F26B43"/>
          </p15:clr>
        </p15:guide>
        <p15:guide id="33" pos="48" userDrawn="1">
          <p15:clr>
            <a:srgbClr val="F26B43"/>
          </p15:clr>
        </p15:guide>
        <p15:guide id="34" pos="7632" userDrawn="1">
          <p15:clr>
            <a:srgbClr val="F26B43"/>
          </p15:clr>
        </p15:guide>
        <p15:guide id="35" orient="horz" pos="288" userDrawn="1">
          <p15:clr>
            <a:srgbClr val="F26B43"/>
          </p15:clr>
        </p15:guide>
        <p15:guide id="36" orient="horz" pos="4032" userDrawn="1">
          <p15:clr>
            <a:srgbClr val="F26B43"/>
          </p15:clr>
        </p15:guide>
        <p15:guide id="37" pos="7392" userDrawn="1">
          <p15:clr>
            <a:srgbClr val="F26B43"/>
          </p15:clr>
        </p15:guide>
        <p15:guide id="38" pos="28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ABF82D58-E94F-DA46-9A9B-DBAB917AB2DD}" type="datetime1">
              <a:rPr lang="en-US" smtClean="0"/>
              <a:pPr/>
              <a:t>5/11/2026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41197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  <p:sldLayoutId id="2147483732" r:id="rId18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8" userDrawn="1">
          <p15:clr>
            <a:srgbClr val="F26B43"/>
          </p15:clr>
        </p15:guide>
        <p15:guide id="4" orient="horz" pos="4272" userDrawn="1">
          <p15:clr>
            <a:srgbClr val="F26B43"/>
          </p15:clr>
        </p15:guide>
        <p15:guide id="5" pos="48" userDrawn="1">
          <p15:clr>
            <a:srgbClr val="F26B43"/>
          </p15:clr>
        </p15:guide>
        <p15:guide id="6" pos="7632" userDrawn="1">
          <p15:clr>
            <a:srgbClr val="F26B43"/>
          </p15:clr>
        </p15:guide>
        <p15:guide id="7" orient="horz" pos="288" userDrawn="1">
          <p15:clr>
            <a:srgbClr val="F26B43"/>
          </p15:clr>
        </p15:guide>
        <p15:guide id="8" orient="horz" pos="4032" userDrawn="1">
          <p15:clr>
            <a:srgbClr val="F26B43"/>
          </p15:clr>
        </p15:guide>
        <p15:guide id="9" pos="7392" userDrawn="1">
          <p15:clr>
            <a:srgbClr val="F26B43"/>
          </p15:clr>
        </p15:guide>
        <p15:guide id="10" pos="2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1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1.xml"/><Relationship Id="rId1" Type="http://schemas.openxmlformats.org/officeDocument/2006/relationships/themeOverride" Target="../theme/themeOverrid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609862E-48F9-45AC-8D44-67A0268A7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7986E7-0E3C-4F64-886E-935DDCB83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773033" y="1420238"/>
            <a:ext cx="4415786" cy="4751961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03D17F-F79E-40E5-9563-A1CFFCC06A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A5D5775-627F-4588-82B3-905EDF2313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D7F2A20-5DE4-4BC0-91EA-5FFE33A4D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536BA0-56C7-429C-B41E-B5724F0CD4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F15726F-71BE-4007-B9B6-0A1AA0D520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2AECCBB-037E-E6B8-91CF-8BDF8BEF9E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4211" y="685799"/>
            <a:ext cx="8420877" cy="2971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4800" b="0" i="0" u="none" noProof="0" dirty="0" err="1">
                <a:latin typeface="Century Gothic"/>
              </a:rPr>
              <a:t>SQLlite</a:t>
            </a:r>
            <a:r>
              <a:rPr lang="es-MX" sz="4800" b="0" i="0" u="none" noProof="0" dirty="0">
                <a:latin typeface="Century Gothic"/>
              </a:rPr>
              <a:t> &amp; Pandas</a:t>
            </a:r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14758768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6CC7770B-E4E1-42D6-9437-DAA4A3A9E6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26DE5B-A1A6-4746-8EF7-4D6809ED75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77A3DDA-BF17-4302-867E-EBFD777B0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BE30704-4227-4B7B-BDB8-BFCF39086F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23B1E7-AEA4-42D8-8F4A-9D116F2966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1B6244-6EAE-442C-ACCF-8146103EC1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CADF2543-1B6F-4FBC-A7AF-53A0430E05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6BA988-D83F-B08F-75D9-53539FFC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s-MX" sz="3600" noProof="0" dirty="0" err="1">
                <a:latin typeface="Century Gothic"/>
              </a:rPr>
              <a:t>SQllite</a:t>
            </a:r>
            <a:endParaRPr lang="es-MX" sz="3600" noProof="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80A6E81-6B71-43DF-877B-E964A9A4C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E35C3AD-357F-4004-A3F3-2D4EAF34A6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37B6032-0A70-4F26-A9A3-B4D60DF11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E192CE3-3DD1-448F-93BE-42983DA0D5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6D3DA09-5C72-4562-BEDE-1937DF87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6ACA7CA-2A20-49D7-9053-E076463D7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B61BD-677A-F050-A6BF-C91D2CB34C29}"/>
              </a:ext>
            </a:extLst>
          </p:cNvPr>
          <p:cNvSpPr>
            <a:spLocks noGrp="1"/>
          </p:cNvSpPr>
          <p:nvPr>
            <p:ph sz="quarter" idx="13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BulletedText"/>
                  </p202:designTagLst>
                </p202:designPr>
              </p:ext>
            </p:extLst>
          </p:nvPr>
        </p:nvSpPr>
        <p:spPr>
          <a:xfrm>
            <a:off x="684212" y="1641274"/>
            <a:ext cx="10516394" cy="4530926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buNone/>
            </a:pPr>
            <a:r>
              <a:rPr lang="es-ES" sz="2800" dirty="0"/>
              <a:t>SQLite es una base de datos ligera integrada en Python</a:t>
            </a:r>
            <a:endParaRPr lang="es-ES" sz="1800" b="1" dirty="0"/>
          </a:p>
          <a:p>
            <a:pPr marL="228600" lvl="1" indent="0" defTabSz="914400">
              <a:buNone/>
            </a:pPr>
            <a:r>
              <a:rPr lang="es-ES" sz="2800" dirty="0"/>
              <a:t>Características principales</a:t>
            </a:r>
          </a:p>
          <a:p>
            <a:pPr lvl="1" defTabSz="914400">
              <a:buFont typeface="Arial" panose="020B0604020202020204" pitchFamily="34" charset="0"/>
              <a:buChar char="•"/>
            </a:pPr>
            <a:r>
              <a:rPr lang="es-ES" sz="2800" dirty="0"/>
              <a:t>Guarda datos en tablas</a:t>
            </a:r>
          </a:p>
          <a:p>
            <a:pPr lvl="1" defTabSz="914400">
              <a:buFont typeface="Arial" panose="020B0604020202020204" pitchFamily="34" charset="0"/>
              <a:buChar char="•"/>
            </a:pPr>
            <a:r>
              <a:rPr lang="es-ES" sz="2800" dirty="0"/>
              <a:t>Usa lenguaje SQL</a:t>
            </a:r>
          </a:p>
          <a:p>
            <a:pPr lvl="1" defTabSz="914400">
              <a:buFont typeface="Arial" panose="020B0604020202020204" pitchFamily="34" charset="0"/>
              <a:buChar char="•"/>
            </a:pPr>
            <a:r>
              <a:rPr lang="es-ES" sz="2800" dirty="0"/>
              <a:t>No necesita servidor</a:t>
            </a:r>
          </a:p>
          <a:p>
            <a:pPr lvl="1" defTabSz="914400">
              <a:buFont typeface="Arial" panose="020B0604020202020204" pitchFamily="34" charset="0"/>
              <a:buChar char="•"/>
            </a:pPr>
            <a:r>
              <a:rPr lang="es-ES" sz="2800" dirty="0"/>
              <a:t>Toda la base de datos vive en un solo archivo</a:t>
            </a:r>
          </a:p>
          <a:p>
            <a:pPr marL="228600" lvl="1" indent="0" defTabSz="914400">
              <a:buNone/>
            </a:pPr>
            <a:endParaRPr lang="es-ES" sz="2800" dirty="0"/>
          </a:p>
          <a:p>
            <a:pPr marL="228600" lvl="1" indent="0" defTabSz="914400">
              <a:buNone/>
            </a:pPr>
            <a:endParaRPr lang="es-ES" sz="2800" dirty="0"/>
          </a:p>
          <a:p>
            <a:pPr marL="228600" lvl="1" indent="0" defTabSz="914400">
              <a:buNone/>
            </a:pPr>
            <a:r>
              <a:rPr lang="es-ES" sz="2800" dirty="0"/>
              <a:t>Ejemplo: </a:t>
            </a:r>
            <a:r>
              <a:rPr lang="es-ES" sz="2800" dirty="0" err="1"/>
              <a:t>tienda_videojuegos.db</a:t>
            </a:r>
            <a:endParaRPr lang="es-E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679A69-CA84-A4F1-7C75-C27FD32D923D}"/>
              </a:ext>
            </a:extLst>
          </p:cNvPr>
          <p:cNvSpPr txBox="1"/>
          <p:nvPr/>
        </p:nvSpPr>
        <p:spPr>
          <a:xfrm>
            <a:off x="6927586" y="5037772"/>
            <a:ext cx="26797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Ese archivo contiene:</a:t>
            </a:r>
          </a:p>
          <a:p>
            <a:r>
              <a:rPr lang="es-MX" dirty="0"/>
              <a:t>Tablas</a:t>
            </a:r>
          </a:p>
          <a:p>
            <a:r>
              <a:rPr lang="es-MX" dirty="0"/>
              <a:t>Datos</a:t>
            </a:r>
          </a:p>
          <a:p>
            <a:r>
              <a:rPr lang="es-MX" dirty="0"/>
              <a:t>Relaciones</a:t>
            </a:r>
          </a:p>
          <a:p>
            <a:r>
              <a:rPr lang="es-MX" dirty="0"/>
              <a:t>consultas</a:t>
            </a:r>
          </a:p>
        </p:txBody>
      </p:sp>
    </p:spTree>
    <p:extLst>
      <p:ext uri="{BB962C8B-B14F-4D97-AF65-F5344CB8AC3E}">
        <p14:creationId xmlns:p14="http://schemas.microsoft.com/office/powerpoint/2010/main" val="2693102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6CC7770B-E4E1-42D6-9437-DAA4A3A9E6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26DE5B-A1A6-4746-8EF7-4D6809ED75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77A3DDA-BF17-4302-867E-EBFD777B0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BE30704-4227-4B7B-BDB8-BFCF39086F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23B1E7-AEA4-42D8-8F4A-9D116F2966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1B6244-6EAE-442C-ACCF-8146103EC1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CADF2543-1B6F-4FBC-A7AF-53A0430E05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6BA988-D83F-B08F-75D9-53539FFC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 err="1"/>
              <a:t>Ejemplo</a:t>
            </a:r>
            <a:r>
              <a:rPr lang="en-US" sz="3600" dirty="0"/>
              <a:t> de </a:t>
            </a:r>
            <a:r>
              <a:rPr lang="en-US" sz="3600" dirty="0" err="1"/>
              <a:t>SQLLite</a:t>
            </a:r>
            <a:endParaRPr lang="en-US" sz="36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80A6E81-6B71-43DF-877B-E964A9A4C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E35C3AD-357F-4004-A3F3-2D4EAF34A6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37B6032-0A70-4F26-A9A3-B4D60DF11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E192CE3-3DD1-448F-93BE-42983DA0D5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6D3DA09-5C72-4562-BEDE-1937DF87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6ACA7CA-2A20-49D7-9053-E076463D7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41090C-EA2A-1937-FD22-D75E1D29A95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212" y="1760124"/>
            <a:ext cx="10967014" cy="45182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 err="1"/>
              <a:t>import</a:t>
            </a:r>
            <a:r>
              <a:rPr lang="es-ES" b="1" dirty="0"/>
              <a:t> sqlite3</a:t>
            </a:r>
          </a:p>
          <a:p>
            <a:pPr marL="0" indent="0">
              <a:buNone/>
            </a:pPr>
            <a:r>
              <a:rPr lang="es-ES" b="1" dirty="0" err="1"/>
              <a:t>conexion</a:t>
            </a:r>
            <a:r>
              <a:rPr lang="es-ES" b="1" dirty="0"/>
              <a:t> = sqlite3.connect("</a:t>
            </a:r>
            <a:r>
              <a:rPr lang="es-ES" b="1" dirty="0" err="1"/>
              <a:t>tienda.db</a:t>
            </a:r>
            <a:r>
              <a:rPr lang="es-ES" b="1" dirty="0"/>
              <a:t>")</a:t>
            </a:r>
          </a:p>
          <a:p>
            <a:pPr marL="0" indent="0">
              <a:buNone/>
            </a:pPr>
            <a:r>
              <a:rPr lang="es-ES" dirty="0"/>
              <a:t>cursor = </a:t>
            </a:r>
            <a:r>
              <a:rPr lang="es-ES" dirty="0" err="1"/>
              <a:t>conexion.cursor</a:t>
            </a:r>
            <a:r>
              <a:rPr lang="es-ES" dirty="0"/>
              <a:t>()</a:t>
            </a:r>
          </a:p>
          <a:p>
            <a:pPr marL="0" indent="0">
              <a:buNone/>
            </a:pPr>
            <a:r>
              <a:rPr lang="es-ES" dirty="0" err="1"/>
              <a:t>cursor.execute</a:t>
            </a:r>
            <a:r>
              <a:rPr lang="es-ES" dirty="0"/>
              <a:t>("""CREATE TABLE productos (    </a:t>
            </a:r>
          </a:p>
          <a:p>
            <a:pPr marL="0" indent="0">
              <a:buNone/>
            </a:pPr>
            <a:r>
              <a:rPr lang="es-ES" dirty="0"/>
              <a:t>id INTEGER PRIMARY KEY,    </a:t>
            </a:r>
          </a:p>
          <a:p>
            <a:pPr marL="0" indent="0">
              <a:buNone/>
            </a:pPr>
            <a:r>
              <a:rPr lang="es-ES" dirty="0"/>
              <a:t>nombre TEXT,    precio REAL)""")</a:t>
            </a:r>
          </a:p>
          <a:p>
            <a:pPr marL="0" indent="0">
              <a:buNone/>
            </a:pPr>
            <a:r>
              <a:rPr lang="es-ES" dirty="0" err="1"/>
              <a:t>cursor.execute</a:t>
            </a:r>
            <a:r>
              <a:rPr lang="es-ES" dirty="0"/>
              <a:t>("""INSERT INTO productos</a:t>
            </a:r>
          </a:p>
          <a:p>
            <a:pPr marL="0" indent="0">
              <a:buNone/>
            </a:pPr>
            <a:r>
              <a:rPr lang="es-ES" dirty="0"/>
              <a:t>(nombre, precio)VALUES (?, ?)""",</a:t>
            </a:r>
          </a:p>
          <a:p>
            <a:pPr marL="0" indent="0">
              <a:buNone/>
            </a:pPr>
            <a:r>
              <a:rPr lang="es-ES" dirty="0"/>
              <a:t> ("PlayStation 5", 12000))</a:t>
            </a:r>
          </a:p>
        </p:txBody>
      </p:sp>
    </p:spTree>
    <p:extLst>
      <p:ext uri="{BB962C8B-B14F-4D97-AF65-F5344CB8AC3E}">
        <p14:creationId xmlns:p14="http://schemas.microsoft.com/office/powerpoint/2010/main" val="269310212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6C4503-CB6B-AE8A-BB79-2BD515504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41008-4947-5CC3-8006-6802F7C4F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Pandas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862E50-2A46-488A-CB69-F5C3DF20AFA1}"/>
              </a:ext>
            </a:extLst>
          </p:cNvPr>
          <p:cNvSpPr txBox="1"/>
          <p:nvPr/>
        </p:nvSpPr>
        <p:spPr>
          <a:xfrm>
            <a:off x="684212" y="1662111"/>
            <a:ext cx="913288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800" dirty="0"/>
              <a:t>Pandas es una librería para trabajar con datos</a:t>
            </a:r>
          </a:p>
          <a:p>
            <a:pPr lvl="1"/>
            <a:r>
              <a:rPr lang="es-ES" sz="2800" dirty="0"/>
              <a:t>Permite: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dirty="0"/>
              <a:t>Leer archivos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dirty="0"/>
              <a:t>Analizar información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dirty="0"/>
              <a:t>Hacer estadísticas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dirty="0"/>
              <a:t>Filtrar datos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dirty="0"/>
              <a:t>Crear reportes</a:t>
            </a:r>
            <a:endParaRPr lang="es-MX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2297FE-0D87-768C-7E6F-475A536712DC}"/>
              </a:ext>
            </a:extLst>
          </p:cNvPr>
          <p:cNvSpPr txBox="1"/>
          <p:nvPr/>
        </p:nvSpPr>
        <p:spPr>
          <a:xfrm>
            <a:off x="6570662" y="2227320"/>
            <a:ext cx="52959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/>
              <a:t>¿Dónde se usa pandas?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800" dirty="0"/>
              <a:t>Data Analytics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800" dirty="0"/>
              <a:t>Finanzas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800" dirty="0"/>
              <a:t>ERPs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800" dirty="0"/>
              <a:t>Inteligencia Artificial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800" dirty="0" err="1"/>
              <a:t>Dashboards</a:t>
            </a:r>
            <a:endParaRPr lang="es-MX" sz="2800" dirty="0"/>
          </a:p>
        </p:txBody>
      </p:sp>
    </p:spTree>
    <p:extLst>
      <p:ext uri="{BB962C8B-B14F-4D97-AF65-F5344CB8AC3E}">
        <p14:creationId xmlns:p14="http://schemas.microsoft.com/office/powerpoint/2010/main" val="10536605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424C7-6DBA-66F7-A178-48B16E1A0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F8EA5-164B-9FAD-E5CA-AB229DDBD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z="3600" noProof="0" dirty="0"/>
              <a:t>Pandas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AC1139-FC35-BBF5-F5DF-F43619641E26}"/>
              </a:ext>
            </a:extLst>
          </p:cNvPr>
          <p:cNvSpPr txBox="1"/>
          <p:nvPr/>
        </p:nvSpPr>
        <p:spPr>
          <a:xfrm>
            <a:off x="684212" y="1556411"/>
            <a:ext cx="987470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 err="1"/>
              <a:t>df</a:t>
            </a:r>
            <a:r>
              <a:rPr lang="en-US" sz="3200" dirty="0"/>
              <a:t> = </a:t>
            </a:r>
            <a:r>
              <a:rPr lang="en-US" sz="3200" dirty="0" err="1"/>
              <a:t>pd.read_csv</a:t>
            </a:r>
            <a:r>
              <a:rPr lang="en-US" sz="3200" dirty="0"/>
              <a:t>("ventas.csv")</a:t>
            </a:r>
          </a:p>
          <a:p>
            <a:endParaRPr lang="en-US" sz="3200" dirty="0"/>
          </a:p>
          <a:p>
            <a:r>
              <a:rPr lang="en-US" sz="3200" dirty="0"/>
              <a:t>Pandas </a:t>
            </a:r>
            <a:r>
              <a:rPr lang="en-US" sz="3200" dirty="0" err="1"/>
              <a:t>funciona</a:t>
            </a:r>
            <a:r>
              <a:rPr lang="en-US" sz="3200" dirty="0"/>
              <a:t> </a:t>
            </a:r>
            <a:r>
              <a:rPr lang="en-US" sz="3200" dirty="0" err="1"/>
              <a:t>siempre</a:t>
            </a:r>
            <a:r>
              <a:rPr lang="en-US" sz="3200" dirty="0"/>
              <a:t> con un </a:t>
            </a:r>
            <a:r>
              <a:rPr lang="en-US" sz="3200" dirty="0" err="1"/>
              <a:t>DataFrame</a:t>
            </a:r>
            <a:endParaRPr lang="en-US" sz="3200" dirty="0"/>
          </a:p>
          <a:p>
            <a:endParaRPr lang="es-ES" sz="3200" dirty="0"/>
          </a:p>
          <a:p>
            <a:r>
              <a:rPr lang="es-ES" sz="3200" dirty="0"/>
              <a:t>Un </a:t>
            </a:r>
            <a:r>
              <a:rPr lang="es-ES" sz="3200" dirty="0" err="1"/>
              <a:t>DataFrame</a:t>
            </a:r>
            <a:r>
              <a:rPr lang="es-ES" sz="3200" dirty="0"/>
              <a:t> es como: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dirty="0"/>
              <a:t>Una tabla de Excel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dirty="0"/>
              <a:t>Filas y columnas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dirty="0"/>
              <a:t>Una mini base de datos</a:t>
            </a:r>
            <a:endParaRPr lang="es-MX" sz="3200" dirty="0"/>
          </a:p>
        </p:txBody>
      </p:sp>
    </p:spTree>
    <p:extLst>
      <p:ext uri="{BB962C8B-B14F-4D97-AF65-F5344CB8AC3E}">
        <p14:creationId xmlns:p14="http://schemas.microsoft.com/office/powerpoint/2010/main" val="17560618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19F233-6F8B-8D0F-8CB9-4CD8B14D1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FD48FB1-66D8-4676-B0AA-C139A1DB7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033F5AE-6728-4F19-8DED-658E674B3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C7D74A-18BA-4709-A808-44E8815C4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5164A3F-1561-4039-8185-AB0EEB713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A35DB53-42BE-460E-9CA1-1294C98463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8777B48D-7BF2-470D-876B-50CD5CC83E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B7FBBB-5995-3DFC-7146-DB4CD9BDD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685799"/>
            <a:ext cx="4781147" cy="297180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noProof="0" dirty="0"/>
              <a:t>Pandas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3DA8283-3FF4-47B3-9266-60768C743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93200" y="8468"/>
            <a:ext cx="5795625" cy="5874808"/>
            <a:chOff x="6108170" y="8467"/>
            <a:chExt cx="6080656" cy="6163733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DEB65FF-EAD9-4242-80AE-A3FC7EB1EB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8228012" y="8467"/>
              <a:ext cx="3810000" cy="3810000"/>
            </a:xfrm>
            <a:prstGeom prst="line">
              <a:avLst/>
            </a:prstGeom>
            <a:ln w="12700">
              <a:solidFill>
                <a:srgbClr val="FFFFFF">
                  <a:alpha val="8117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78B5500-48F2-41FA-BD8C-3C2400F62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6108170" y="91545"/>
              <a:ext cx="6080655" cy="6080655"/>
            </a:xfrm>
            <a:prstGeom prst="line">
              <a:avLst/>
            </a:prstGeom>
            <a:ln w="12700">
              <a:solidFill>
                <a:srgbClr val="FFFFFF">
                  <a:alpha val="8117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47B2E66-9934-4251-A5B0-A180C0CC9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235825" y="228600"/>
              <a:ext cx="4953000" cy="4953000"/>
            </a:xfrm>
            <a:prstGeom prst="line">
              <a:avLst/>
            </a:prstGeom>
            <a:ln w="12700">
              <a:solidFill>
                <a:srgbClr val="FFFFFF">
                  <a:alpha val="8117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CDA1666-64EC-4838-B0E1-4D545ECEA2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335837" y="32278"/>
              <a:ext cx="4852989" cy="4852989"/>
            </a:xfrm>
            <a:prstGeom prst="line">
              <a:avLst/>
            </a:prstGeom>
            <a:ln w="31750">
              <a:solidFill>
                <a:srgbClr val="FFFFFF">
                  <a:alpha val="8117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CC99E35-6C12-4F89-8CDA-9FD8B3CEE1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845426" y="609601"/>
              <a:ext cx="4343399" cy="4343399"/>
            </a:xfrm>
            <a:prstGeom prst="line">
              <a:avLst/>
            </a:prstGeom>
            <a:ln w="31750">
              <a:solidFill>
                <a:srgbClr val="FFFFFF">
                  <a:alpha val="8117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E45C3704-5BE8-DACF-100A-D6AC4E67DC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3499" y="31163"/>
            <a:ext cx="7820375" cy="663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03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theme/theme1.xml><?xml version="1.0" encoding="utf-8"?>
<a:theme xmlns:a="http://schemas.openxmlformats.org/drawingml/2006/main" name="Prismatic polygons">
  <a:themeElements>
    <a:clrScheme name="Glassmorphism">
      <a:dk1>
        <a:srgbClr val="2A0053"/>
      </a:dk1>
      <a:lt1>
        <a:srgbClr val="FFFFFF"/>
      </a:lt1>
      <a:dk2>
        <a:srgbClr val="000000"/>
      </a:dk2>
      <a:lt2>
        <a:srgbClr val="EEEFE7"/>
      </a:lt2>
      <a:accent1>
        <a:srgbClr val="FF8A28"/>
      </a:accent1>
      <a:accent2>
        <a:srgbClr val="F195FF"/>
      </a:accent2>
      <a:accent3>
        <a:srgbClr val="E227FF"/>
      </a:accent3>
      <a:accent4>
        <a:srgbClr val="FF0004"/>
      </a:accent4>
      <a:accent5>
        <a:srgbClr val="1906C5"/>
      </a:accent5>
      <a:accent6>
        <a:srgbClr val="31B564"/>
      </a:accent6>
      <a:hlink>
        <a:srgbClr val="467886"/>
      </a:hlink>
      <a:folHlink>
        <a:srgbClr val="96607D"/>
      </a:folHlink>
    </a:clrScheme>
    <a:fontScheme name="Custom 82">
      <a:majorFont>
        <a:latin typeface="Chamberi Super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lassmorphism_wac_SD_V5 (Prismatic Polygons).pptx" id="{B385A2A1-EF3F-4C3B-9DAC-1996EB6D3A54}" vid="{B3C5DF8C-E290-4834-9BBD-6D53C49DE7F0}"/>
    </a:ext>
  </a:extLst>
</a:theme>
</file>

<file path=ppt/theme/theme2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Slice">
    <a:dk1>
      <a:sysClr val="windowText" lastClr="000000"/>
    </a:dk1>
    <a:lt1>
      <a:sysClr val="window" lastClr="FFFFFF"/>
    </a:lt1>
    <a:dk2>
      <a:srgbClr val="146194"/>
    </a:dk2>
    <a:lt2>
      <a:srgbClr val="76DBF4"/>
    </a:lt2>
    <a:accent1>
      <a:srgbClr val="052F61"/>
    </a:accent1>
    <a:accent2>
      <a:srgbClr val="A50E82"/>
    </a:accent2>
    <a:accent3>
      <a:srgbClr val="14967C"/>
    </a:accent3>
    <a:accent4>
      <a:srgbClr val="6A9E1F"/>
    </a:accent4>
    <a:accent5>
      <a:srgbClr val="E87D37"/>
    </a:accent5>
    <a:accent6>
      <a:srgbClr val="C62324"/>
    </a:accent6>
    <a:hlink>
      <a:srgbClr val="0D2E46"/>
    </a:hlink>
    <a:folHlink>
      <a:srgbClr val="356A95"/>
    </a:folHlink>
  </a:clrScheme>
</a:themeOverride>
</file>

<file path=ppt/theme/themeOverride2.xml><?xml version="1.0" encoding="utf-8"?>
<a:themeOverride xmlns:a="http://schemas.openxmlformats.org/drawingml/2006/main">
  <a:clrScheme name="Slice">
    <a:dk1>
      <a:sysClr val="windowText" lastClr="000000"/>
    </a:dk1>
    <a:lt1>
      <a:sysClr val="window" lastClr="FFFFFF"/>
    </a:lt1>
    <a:dk2>
      <a:srgbClr val="146194"/>
    </a:dk2>
    <a:lt2>
      <a:srgbClr val="76DBF4"/>
    </a:lt2>
    <a:accent1>
      <a:srgbClr val="052F61"/>
    </a:accent1>
    <a:accent2>
      <a:srgbClr val="A50E82"/>
    </a:accent2>
    <a:accent3>
      <a:srgbClr val="14967C"/>
    </a:accent3>
    <a:accent4>
      <a:srgbClr val="6A9E1F"/>
    </a:accent4>
    <a:accent5>
      <a:srgbClr val="E87D37"/>
    </a:accent5>
    <a:accent6>
      <a:srgbClr val="C62324"/>
    </a:accent6>
    <a:hlink>
      <a:srgbClr val="0D2E46"/>
    </a:hlink>
    <a:folHlink>
      <a:srgbClr val="356A95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6029</TotalTime>
  <Words>365</Words>
  <Application>Microsoft Office PowerPoint</Application>
  <PresentationFormat>Widescreen</PresentationFormat>
  <Paragraphs>62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Aptos Light</vt:lpstr>
      <vt:lpstr>Arial</vt:lpstr>
      <vt:lpstr>Century Gothic</vt:lpstr>
      <vt:lpstr>Chamberi Super Display</vt:lpstr>
      <vt:lpstr>Wingdings 3</vt:lpstr>
      <vt:lpstr>Prismatic polygons</vt:lpstr>
      <vt:lpstr>Slice</vt:lpstr>
      <vt:lpstr>SQLlite &amp; Pandas</vt:lpstr>
      <vt:lpstr>SQllite</vt:lpstr>
      <vt:lpstr>Ejemplo de SQLLite</vt:lpstr>
      <vt:lpstr>Pandas</vt:lpstr>
      <vt:lpstr>Pandas</vt:lpstr>
      <vt:lpstr>Pandas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Lopez, Marcos Ricardo</dc:creator>
  <cp:lastModifiedBy>Lopez, Marcos Ricardo</cp:lastModifiedBy>
  <cp:revision>9</cp:revision>
  <dcterms:created xsi:type="dcterms:W3CDTF">2026-04-14T22:52:20Z</dcterms:created>
  <dcterms:modified xsi:type="dcterms:W3CDTF">2026-05-13T14:43:29Z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5394ae5-69af-439d-af88-cb521c31c0c5_Enabled">
    <vt:lpwstr>true</vt:lpwstr>
  </property>
  <property fmtid="{D5CDD505-2E9C-101B-9397-08002B2CF9AE}" pid="3" name="MSIP_Label_15394ae5-69af-439d-af88-cb521c31c0c5_SetDate">
    <vt:lpwstr>2026-04-14T23:27:02Z</vt:lpwstr>
  </property>
  <property fmtid="{D5CDD505-2E9C-101B-9397-08002B2CF9AE}" pid="4" name="MSIP_Label_15394ae5-69af-439d-af88-cb521c31c0c5_Method">
    <vt:lpwstr>Standard</vt:lpwstr>
  </property>
  <property fmtid="{D5CDD505-2E9C-101B-9397-08002B2CF9AE}" pid="5" name="MSIP_Label_15394ae5-69af-439d-af88-cb521c31c0c5_Name">
    <vt:lpwstr>DXC Internal</vt:lpwstr>
  </property>
  <property fmtid="{D5CDD505-2E9C-101B-9397-08002B2CF9AE}" pid="6" name="MSIP_Label_15394ae5-69af-439d-af88-cb521c31c0c5_SiteId">
    <vt:lpwstr>93f33571-550f-43cf-b09f-cd331338d086</vt:lpwstr>
  </property>
  <property fmtid="{D5CDD505-2E9C-101B-9397-08002B2CF9AE}" pid="7" name="MSIP_Label_15394ae5-69af-439d-af88-cb521c31c0c5_ActionId">
    <vt:lpwstr>cb399e29-de7d-4547-8e48-dcd54129d048</vt:lpwstr>
  </property>
  <property fmtid="{D5CDD505-2E9C-101B-9397-08002B2CF9AE}" pid="8" name="MSIP_Label_15394ae5-69af-439d-af88-cb521c31c0c5_ContentBits">
    <vt:lpwstr>0</vt:lpwstr>
  </property>
  <property fmtid="{D5CDD505-2E9C-101B-9397-08002B2CF9AE}" pid="9" name="MSIP_Label_15394ae5-69af-439d-af88-cb521c31c0c5_Tag">
    <vt:lpwstr>10, 3, 0, 1</vt:lpwstr>
  </property>
</Properties>
</file>